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91" r:id="rId2"/>
    <p:sldId id="258" r:id="rId3"/>
    <p:sldId id="592" r:id="rId4"/>
    <p:sldId id="260" r:id="rId5"/>
    <p:sldId id="593" r:id="rId6"/>
    <p:sldId id="262" r:id="rId7"/>
    <p:sldId id="265" r:id="rId8"/>
    <p:sldId id="580" r:id="rId9"/>
    <p:sldId id="585" r:id="rId10"/>
    <p:sldId id="573" r:id="rId11"/>
    <p:sldId id="575" r:id="rId12"/>
    <p:sldId id="577" r:id="rId13"/>
    <p:sldId id="594" r:id="rId14"/>
    <p:sldId id="602" r:id="rId15"/>
    <p:sldId id="581" r:id="rId16"/>
    <p:sldId id="597" r:id="rId17"/>
    <p:sldId id="598" r:id="rId18"/>
    <p:sldId id="599" r:id="rId19"/>
    <p:sldId id="600" r:id="rId20"/>
    <p:sldId id="601" r:id="rId21"/>
    <p:sldId id="603" r:id="rId22"/>
    <p:sldId id="604" r:id="rId23"/>
    <p:sldId id="605" r:id="rId24"/>
    <p:sldId id="606" r:id="rId25"/>
    <p:sldId id="609" r:id="rId26"/>
    <p:sldId id="610" r:id="rId27"/>
    <p:sldId id="607" r:id="rId28"/>
    <p:sldId id="608" r:id="rId29"/>
    <p:sldId id="586" r:id="rId30"/>
    <p:sldId id="257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F05A6B3-D033-46BA-9BFE-048DE5C89DC5}">
          <p14:sldIdLst>
            <p14:sldId id="291"/>
            <p14:sldId id="258"/>
            <p14:sldId id="592"/>
            <p14:sldId id="260"/>
            <p14:sldId id="593"/>
            <p14:sldId id="262"/>
            <p14:sldId id="265"/>
            <p14:sldId id="580"/>
            <p14:sldId id="585"/>
            <p14:sldId id="573"/>
            <p14:sldId id="575"/>
            <p14:sldId id="577"/>
            <p14:sldId id="594"/>
            <p14:sldId id="602"/>
            <p14:sldId id="581"/>
            <p14:sldId id="597"/>
            <p14:sldId id="598"/>
            <p14:sldId id="599"/>
            <p14:sldId id="600"/>
            <p14:sldId id="601"/>
            <p14:sldId id="603"/>
            <p14:sldId id="604"/>
            <p14:sldId id="605"/>
            <p14:sldId id="606"/>
            <p14:sldId id="609"/>
            <p14:sldId id="610"/>
            <p14:sldId id="607"/>
            <p14:sldId id="608"/>
            <p14:sldId id="58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hJw+xVc2kc63/xgO2kdtMw8hue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1BAA6F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A857F7-95B9-484F-84F7-3167DE4667E3}" v="589" dt="2025-12-14T15:39:18.774"/>
  </p1510:revLst>
</p1510:revInfo>
</file>

<file path=ppt/tableStyles.xml><?xml version="1.0" encoding="utf-8"?>
<a:tblStyleLst xmlns:a="http://schemas.openxmlformats.org/drawingml/2006/main" def="{EC0BD0D1-5134-4630-968A-EB55C5758A8E}">
  <a:tblStyle styleId="{EC0BD0D1-5134-4630-968A-EB55C5758A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1578" autoAdjust="0"/>
  </p:normalViewPr>
  <p:slideViewPr>
    <p:cSldViewPr snapToGrid="0">
      <p:cViewPr>
        <p:scale>
          <a:sx n="66" d="100"/>
          <a:sy n="66" d="100"/>
        </p:scale>
        <p:origin x="2274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an Ogor" userId="473d6ea9-be06-4609-b78d-125cc115ecf4" providerId="ADAL" clId="{B561F487-D44B-4102-99BC-5E6CD2D241BF}"/>
    <pc:docChg chg="undo redo custSel addSld delSld modSld sldOrd addSection delSection modSection">
      <pc:chgData name="Ronan Ogor" userId="473d6ea9-be06-4609-b78d-125cc115ecf4" providerId="ADAL" clId="{B561F487-D44B-4102-99BC-5E6CD2D241BF}" dt="2025-12-14T15:39:32.096" v="4056" actId="47"/>
      <pc:docMkLst>
        <pc:docMk/>
      </pc:docMkLst>
      <pc:sldChg chg="delSp modSp add del mod">
        <pc:chgData name="Ronan Ogor" userId="473d6ea9-be06-4609-b78d-125cc115ecf4" providerId="ADAL" clId="{B561F487-D44B-4102-99BC-5E6CD2D241BF}" dt="2025-12-14T15:39:30.391" v="4055" actId="1076"/>
        <pc:sldMkLst>
          <pc:docMk/>
          <pc:sldMk cId="0" sldId="257"/>
        </pc:sldMkLst>
        <pc:spChg chg="del">
          <ac:chgData name="Ronan Ogor" userId="473d6ea9-be06-4609-b78d-125cc115ecf4" providerId="ADAL" clId="{B561F487-D44B-4102-99BC-5E6CD2D241BF}" dt="2025-12-14T15:39:03.390" v="4034" actId="478"/>
          <ac:spMkLst>
            <pc:docMk/>
            <pc:sldMk cId="0" sldId="257"/>
            <ac:spMk id="10" creationId="{28D7F9C2-2939-48C3-857D-D06366E1E254}"/>
          </ac:spMkLst>
        </pc:spChg>
        <pc:spChg chg="del">
          <ac:chgData name="Ronan Ogor" userId="473d6ea9-be06-4609-b78d-125cc115ecf4" providerId="ADAL" clId="{B561F487-D44B-4102-99BC-5E6CD2D241BF}" dt="2025-12-14T15:39:03.390" v="4034" actId="478"/>
          <ac:spMkLst>
            <pc:docMk/>
            <pc:sldMk cId="0" sldId="257"/>
            <ac:spMk id="11" creationId="{5D14721F-148E-4E98-ACB2-328CB1F80608}"/>
          </ac:spMkLst>
        </pc:spChg>
        <pc:spChg chg="del">
          <ac:chgData name="Ronan Ogor" userId="473d6ea9-be06-4609-b78d-125cc115ecf4" providerId="ADAL" clId="{B561F487-D44B-4102-99BC-5E6CD2D241BF}" dt="2025-12-14T15:39:09.459" v="4037" actId="478"/>
          <ac:spMkLst>
            <pc:docMk/>
            <pc:sldMk cId="0" sldId="257"/>
            <ac:spMk id="18" creationId="{634E2281-E78D-47F6-AB4E-4C75392FB15F}"/>
          </ac:spMkLst>
        </pc:spChg>
        <pc:spChg chg="mod">
          <ac:chgData name="Ronan Ogor" userId="473d6ea9-be06-4609-b78d-125cc115ecf4" providerId="ADAL" clId="{B561F487-D44B-4102-99BC-5E6CD2D241BF}" dt="2025-12-14T15:39:20.961" v="4046" actId="1076"/>
          <ac:spMkLst>
            <pc:docMk/>
            <pc:sldMk cId="0" sldId="257"/>
            <ac:spMk id="108" creationId="{00000000-0000-0000-0000-000000000000}"/>
          </ac:spMkLst>
        </pc:spChg>
        <pc:spChg chg="del mod">
          <ac:chgData name="Ronan Ogor" userId="473d6ea9-be06-4609-b78d-125cc115ecf4" providerId="ADAL" clId="{B561F487-D44B-4102-99BC-5E6CD2D241BF}" dt="2025-12-14T15:39:00.926" v="4033" actId="478"/>
          <ac:spMkLst>
            <pc:docMk/>
            <pc:sldMk cId="0" sldId="257"/>
            <ac:spMk id="110" creationId="{00000000-0000-0000-0000-000000000000}"/>
          </ac:spMkLst>
        </pc:spChg>
        <pc:spChg chg="mod">
          <ac:chgData name="Ronan Ogor" userId="473d6ea9-be06-4609-b78d-125cc115ecf4" providerId="ADAL" clId="{B561F487-D44B-4102-99BC-5E6CD2D241BF}" dt="2025-12-14T15:39:30.391" v="4055" actId="1076"/>
          <ac:spMkLst>
            <pc:docMk/>
            <pc:sldMk cId="0" sldId="257"/>
            <ac:spMk id="111" creationId="{00000000-0000-0000-0000-000000000000}"/>
          </ac:spMkLst>
        </pc:spChg>
        <pc:picChg chg="del">
          <ac:chgData name="Ronan Ogor" userId="473d6ea9-be06-4609-b78d-125cc115ecf4" providerId="ADAL" clId="{B561F487-D44B-4102-99BC-5E6CD2D241BF}" dt="2025-12-14T15:39:25.671" v="4052" actId="478"/>
          <ac:picMkLst>
            <pc:docMk/>
            <pc:sldMk cId="0" sldId="257"/>
            <ac:picMk id="109" creationId="{00000000-0000-0000-0000-000000000000}"/>
          </ac:picMkLst>
        </pc:picChg>
        <pc:picChg chg="del mod">
          <ac:chgData name="Ronan Ogor" userId="473d6ea9-be06-4609-b78d-125cc115ecf4" providerId="ADAL" clId="{B561F487-D44B-4102-99BC-5E6CD2D241BF}" dt="2025-12-14T15:39:18.774" v="4045" actId="478"/>
          <ac:picMkLst>
            <pc:docMk/>
            <pc:sldMk cId="0" sldId="257"/>
            <ac:picMk id="1026" creationId="{20930918-329C-4423-BA88-D74CE9E7E032}"/>
          </ac:picMkLst>
        </pc:picChg>
        <pc:cxnChg chg="del">
          <ac:chgData name="Ronan Ogor" userId="473d6ea9-be06-4609-b78d-125cc115ecf4" providerId="ADAL" clId="{B561F487-D44B-4102-99BC-5E6CD2D241BF}" dt="2025-12-14T15:39:03.390" v="4034" actId="478"/>
          <ac:cxnSpMkLst>
            <pc:docMk/>
            <pc:sldMk cId="0" sldId="257"/>
            <ac:cxnSpMk id="9" creationId="{8E4574D5-82C1-4032-AE1B-A275BFD9076E}"/>
          </ac:cxnSpMkLst>
        </pc:cxnChg>
      </pc:sldChg>
      <pc:sldChg chg="modSp mod">
        <pc:chgData name="Ronan Ogor" userId="473d6ea9-be06-4609-b78d-125cc115ecf4" providerId="ADAL" clId="{B561F487-D44B-4102-99BC-5E6CD2D241BF}" dt="2025-12-14T15:36:03.799" v="4002" actId="1076"/>
        <pc:sldMkLst>
          <pc:docMk/>
          <pc:sldMk cId="0" sldId="258"/>
        </pc:sldMkLst>
        <pc:spChg chg="mod">
          <ac:chgData name="Ronan Ogor" userId="473d6ea9-be06-4609-b78d-125cc115ecf4" providerId="ADAL" clId="{B561F487-D44B-4102-99BC-5E6CD2D241BF}" dt="2025-12-14T15:36:03.799" v="4002" actId="1076"/>
          <ac:spMkLst>
            <pc:docMk/>
            <pc:sldMk cId="0" sldId="258"/>
            <ac:spMk id="6" creationId="{58FFF478-82AD-4C7E-9A42-078744BB2532}"/>
          </ac:spMkLst>
        </pc:spChg>
      </pc:sldChg>
      <pc:sldChg chg="addSp modSp mod modAnim">
        <pc:chgData name="Ronan Ogor" userId="473d6ea9-be06-4609-b78d-125cc115ecf4" providerId="ADAL" clId="{B561F487-D44B-4102-99BC-5E6CD2D241BF}" dt="2025-12-14T13:20:15.475" v="1155"/>
        <pc:sldMkLst>
          <pc:docMk/>
          <pc:sldMk cId="0" sldId="260"/>
        </pc:sldMkLst>
        <pc:spChg chg="add mod">
          <ac:chgData name="Ronan Ogor" userId="473d6ea9-be06-4609-b78d-125cc115ecf4" providerId="ADAL" clId="{B561F487-D44B-4102-99BC-5E6CD2D241BF}" dt="2025-12-14T13:19:31.637" v="1150" actId="14100"/>
          <ac:spMkLst>
            <pc:docMk/>
            <pc:sldMk cId="0" sldId="260"/>
            <ac:spMk id="2" creationId="{9AA54C6A-097B-9100-8D6C-65E66E4E4487}"/>
          </ac:spMkLst>
        </pc:spChg>
        <pc:spChg chg="mod">
          <ac:chgData name="Ronan Ogor" userId="473d6ea9-be06-4609-b78d-125cc115ecf4" providerId="ADAL" clId="{B561F487-D44B-4102-99BC-5E6CD2D241BF}" dt="2025-12-14T13:13:30.568" v="1038" actId="1076"/>
          <ac:spMkLst>
            <pc:docMk/>
            <pc:sldMk cId="0" sldId="260"/>
            <ac:spMk id="12" creationId="{BDD4B146-363D-4A0A-8277-989318E0E817}"/>
          </ac:spMkLst>
        </pc:spChg>
        <pc:spChg chg="mod">
          <ac:chgData name="Ronan Ogor" userId="473d6ea9-be06-4609-b78d-125cc115ecf4" providerId="ADAL" clId="{B561F487-D44B-4102-99BC-5E6CD2D241BF}" dt="2025-12-14T13:19:34.548" v="1151" actId="1076"/>
          <ac:spMkLst>
            <pc:docMk/>
            <pc:sldMk cId="0" sldId="260"/>
            <ac:spMk id="151" creationId="{00000000-0000-0000-0000-000000000000}"/>
          </ac:spMkLst>
        </pc:spChg>
        <pc:spChg chg="mod">
          <ac:chgData name="Ronan Ogor" userId="473d6ea9-be06-4609-b78d-125cc115ecf4" providerId="ADAL" clId="{B561F487-D44B-4102-99BC-5E6CD2D241BF}" dt="2025-12-14T13:17:37.111" v="1124" actId="1076"/>
          <ac:spMkLst>
            <pc:docMk/>
            <pc:sldMk cId="0" sldId="260"/>
            <ac:spMk id="152" creationId="{00000000-0000-0000-0000-000000000000}"/>
          </ac:spMkLst>
        </pc:spChg>
        <pc:spChg chg="mod">
          <ac:chgData name="Ronan Ogor" userId="473d6ea9-be06-4609-b78d-125cc115ecf4" providerId="ADAL" clId="{B561F487-D44B-4102-99BC-5E6CD2D241BF}" dt="2025-12-14T13:18:24.818" v="1128" actId="1076"/>
          <ac:spMkLst>
            <pc:docMk/>
            <pc:sldMk cId="0" sldId="260"/>
            <ac:spMk id="155" creationId="{00000000-0000-0000-0000-000000000000}"/>
          </ac:spMkLst>
        </pc:spChg>
        <pc:picChg chg="add mod">
          <ac:chgData name="Ronan Ogor" userId="473d6ea9-be06-4609-b78d-125cc115ecf4" providerId="ADAL" clId="{B561F487-D44B-4102-99BC-5E6CD2D241BF}" dt="2025-12-14T13:19:29.205" v="1149" actId="1076"/>
          <ac:picMkLst>
            <pc:docMk/>
            <pc:sldMk cId="0" sldId="260"/>
            <ac:picMk id="4" creationId="{A67EB504-D926-FE23-546D-2091F5F380B8}"/>
          </ac:picMkLst>
        </pc:picChg>
        <pc:picChg chg="mod">
          <ac:chgData name="Ronan Ogor" userId="473d6ea9-be06-4609-b78d-125cc115ecf4" providerId="ADAL" clId="{B561F487-D44B-4102-99BC-5E6CD2D241BF}" dt="2025-12-14T13:18:25.328" v="1129" actId="1076"/>
          <ac:picMkLst>
            <pc:docMk/>
            <pc:sldMk cId="0" sldId="260"/>
            <ac:picMk id="150" creationId="{00000000-0000-0000-0000-000000000000}"/>
          </ac:picMkLst>
        </pc:picChg>
        <pc:cxnChg chg="add mod">
          <ac:chgData name="Ronan Ogor" userId="473d6ea9-be06-4609-b78d-125cc115ecf4" providerId="ADAL" clId="{B561F487-D44B-4102-99BC-5E6CD2D241BF}" dt="2025-12-14T13:19:29.205" v="1149" actId="1076"/>
          <ac:cxnSpMkLst>
            <pc:docMk/>
            <pc:sldMk cId="0" sldId="260"/>
            <ac:cxnSpMk id="5" creationId="{0BECAF23-BF44-F342-C475-6667A5649644}"/>
          </ac:cxnSpMkLst>
        </pc:cxnChg>
        <pc:cxnChg chg="mod">
          <ac:chgData name="Ronan Ogor" userId="473d6ea9-be06-4609-b78d-125cc115ecf4" providerId="ADAL" clId="{B561F487-D44B-4102-99BC-5E6CD2D241BF}" dt="2025-12-14T13:17:37.111" v="1124" actId="1076"/>
          <ac:cxnSpMkLst>
            <pc:docMk/>
            <pc:sldMk cId="0" sldId="260"/>
            <ac:cxnSpMk id="153" creationId="{00000000-0000-0000-0000-000000000000}"/>
          </ac:cxnSpMkLst>
        </pc:cxnChg>
        <pc:cxnChg chg="mod">
          <ac:chgData name="Ronan Ogor" userId="473d6ea9-be06-4609-b78d-125cc115ecf4" providerId="ADAL" clId="{B561F487-D44B-4102-99BC-5E6CD2D241BF}" dt="2025-12-14T13:17:37.111" v="1124" actId="1076"/>
          <ac:cxnSpMkLst>
            <pc:docMk/>
            <pc:sldMk cId="0" sldId="260"/>
            <ac:cxnSpMk id="154" creationId="{00000000-0000-0000-0000-000000000000}"/>
          </ac:cxnSpMkLst>
        </pc:cxnChg>
        <pc:cxnChg chg="mod">
          <ac:chgData name="Ronan Ogor" userId="473d6ea9-be06-4609-b78d-125cc115ecf4" providerId="ADAL" clId="{B561F487-D44B-4102-99BC-5E6CD2D241BF}" dt="2025-12-14T13:18:24.818" v="1128" actId="1076"/>
          <ac:cxnSpMkLst>
            <pc:docMk/>
            <pc:sldMk cId="0" sldId="260"/>
            <ac:cxnSpMk id="156" creationId="{00000000-0000-0000-0000-000000000000}"/>
          </ac:cxnSpMkLst>
        </pc:cxnChg>
      </pc:sldChg>
      <pc:sldChg chg="modSp mod">
        <pc:chgData name="Ronan Ogor" userId="473d6ea9-be06-4609-b78d-125cc115ecf4" providerId="ADAL" clId="{B561F487-D44B-4102-99BC-5E6CD2D241BF}" dt="2025-12-14T14:07:02.892" v="2184" actId="113"/>
        <pc:sldMkLst>
          <pc:docMk/>
          <pc:sldMk cId="0" sldId="262"/>
        </pc:sldMkLst>
        <pc:spChg chg="mod">
          <ac:chgData name="Ronan Ogor" userId="473d6ea9-be06-4609-b78d-125cc115ecf4" providerId="ADAL" clId="{B561F487-D44B-4102-99BC-5E6CD2D241BF}" dt="2025-12-14T14:07:02.892" v="2184" actId="113"/>
          <ac:spMkLst>
            <pc:docMk/>
            <pc:sldMk cId="0" sldId="262"/>
            <ac:spMk id="175" creationId="{00000000-0000-0000-0000-000000000000}"/>
          </ac:spMkLst>
        </pc:spChg>
      </pc:sldChg>
      <pc:sldChg chg="modSp mod">
        <pc:chgData name="Ronan Ogor" userId="473d6ea9-be06-4609-b78d-125cc115ecf4" providerId="ADAL" clId="{B561F487-D44B-4102-99BC-5E6CD2D241BF}" dt="2025-12-14T14:06:57.094" v="2180" actId="113"/>
        <pc:sldMkLst>
          <pc:docMk/>
          <pc:sldMk cId="0" sldId="265"/>
        </pc:sldMkLst>
        <pc:spChg chg="mod">
          <ac:chgData name="Ronan Ogor" userId="473d6ea9-be06-4609-b78d-125cc115ecf4" providerId="ADAL" clId="{B561F487-D44B-4102-99BC-5E6CD2D241BF}" dt="2025-12-14T14:06:57.094" v="2180" actId="113"/>
          <ac:spMkLst>
            <pc:docMk/>
            <pc:sldMk cId="0" sldId="265"/>
            <ac:spMk id="7" creationId="{F4B8C916-1BCB-4FDD-8C3D-95C79C2D817C}"/>
          </ac:spMkLst>
        </pc:spChg>
      </pc:sldChg>
      <pc:sldChg chg="addSp delSp modSp add mod">
        <pc:chgData name="Ronan Ogor" userId="473d6ea9-be06-4609-b78d-125cc115ecf4" providerId="ADAL" clId="{B561F487-D44B-4102-99BC-5E6CD2D241BF}" dt="2025-12-14T14:00:19.591" v="1947" actId="1076"/>
        <pc:sldMkLst>
          <pc:docMk/>
          <pc:sldMk cId="0" sldId="291"/>
        </pc:sldMkLst>
        <pc:spChg chg="mod">
          <ac:chgData name="Ronan Ogor" userId="473d6ea9-be06-4609-b78d-125cc115ecf4" providerId="ADAL" clId="{B561F487-D44B-4102-99BC-5E6CD2D241BF}" dt="2025-12-14T12:21:42.423" v="130" actId="14100"/>
          <ac:spMkLst>
            <pc:docMk/>
            <pc:sldMk cId="0" sldId="291"/>
            <ac:spMk id="90" creationId="{00000000-0000-0000-0000-000000000000}"/>
          </ac:spMkLst>
        </pc:spChg>
        <pc:picChg chg="del">
          <ac:chgData name="Ronan Ogor" userId="473d6ea9-be06-4609-b78d-125cc115ecf4" providerId="ADAL" clId="{B561F487-D44B-4102-99BC-5E6CD2D241BF}" dt="2025-12-14T13:59:56.610" v="1940" actId="478"/>
          <ac:picMkLst>
            <pc:docMk/>
            <pc:sldMk cId="0" sldId="291"/>
            <ac:picMk id="2" creationId="{DC4E7103-570D-3916-5F89-DD166315AF06}"/>
          </ac:picMkLst>
        </pc:picChg>
        <pc:picChg chg="del">
          <ac:chgData name="Ronan Ogor" userId="473d6ea9-be06-4609-b78d-125cc115ecf4" providerId="ADAL" clId="{B561F487-D44B-4102-99BC-5E6CD2D241BF}" dt="2025-12-14T13:59:56.610" v="1940" actId="478"/>
          <ac:picMkLst>
            <pc:docMk/>
            <pc:sldMk cId="0" sldId="291"/>
            <ac:picMk id="3" creationId="{5532241E-EEB6-8669-9015-435720FCDD8E}"/>
          </ac:picMkLst>
        </pc:picChg>
        <pc:picChg chg="add mod">
          <ac:chgData name="Ronan Ogor" userId="473d6ea9-be06-4609-b78d-125cc115ecf4" providerId="ADAL" clId="{B561F487-D44B-4102-99BC-5E6CD2D241BF}" dt="2025-12-14T14:00:19.591" v="1947" actId="1076"/>
          <ac:picMkLst>
            <pc:docMk/>
            <pc:sldMk cId="0" sldId="291"/>
            <ac:picMk id="4" creationId="{1BFDBEF0-410B-C15A-4AF3-A8F444712943}"/>
          </ac:picMkLst>
        </pc:picChg>
      </pc:sldChg>
      <pc:sldChg chg="modSp del mod">
        <pc:chgData name="Ronan Ogor" userId="473d6ea9-be06-4609-b78d-125cc115ecf4" providerId="ADAL" clId="{B561F487-D44B-4102-99BC-5E6CD2D241BF}" dt="2025-12-14T12:23:17.569" v="131" actId="47"/>
        <pc:sldMkLst>
          <pc:docMk/>
          <pc:sldMk cId="0" sldId="566"/>
        </pc:sldMkLst>
        <pc:spChg chg="mod">
          <ac:chgData name="Ronan Ogor" userId="473d6ea9-be06-4609-b78d-125cc115ecf4" providerId="ADAL" clId="{B561F487-D44B-4102-99BC-5E6CD2D241BF}" dt="2025-12-14T12:21:13.741" v="110" actId="20577"/>
          <ac:spMkLst>
            <pc:docMk/>
            <pc:sldMk cId="0" sldId="566"/>
            <ac:spMk id="89" creationId="{00000000-0000-0000-0000-000000000000}"/>
          </ac:spMkLst>
        </pc:spChg>
      </pc:sldChg>
      <pc:sldChg chg="modSp mod ord">
        <pc:chgData name="Ronan Ogor" userId="473d6ea9-be06-4609-b78d-125cc115ecf4" providerId="ADAL" clId="{B561F487-D44B-4102-99BC-5E6CD2D241BF}" dt="2025-12-14T15:12:03.890" v="3170" actId="1076"/>
        <pc:sldMkLst>
          <pc:docMk/>
          <pc:sldMk cId="0" sldId="573"/>
        </pc:sldMkLst>
        <pc:spChg chg="mod">
          <ac:chgData name="Ronan Ogor" userId="473d6ea9-be06-4609-b78d-125cc115ecf4" providerId="ADAL" clId="{B561F487-D44B-4102-99BC-5E6CD2D241BF}" dt="2025-12-14T15:12:03.890" v="3170" actId="1076"/>
          <ac:spMkLst>
            <pc:docMk/>
            <pc:sldMk cId="0" sldId="573"/>
            <ac:spMk id="153" creationId="{00000000-0000-0000-0000-000000000000}"/>
          </ac:spMkLst>
        </pc:spChg>
      </pc:sldChg>
      <pc:sldChg chg="addSp delSp modSp mod ord">
        <pc:chgData name="Ronan Ogor" userId="473d6ea9-be06-4609-b78d-125cc115ecf4" providerId="ADAL" clId="{B561F487-D44B-4102-99BC-5E6CD2D241BF}" dt="2025-12-14T15:12:12.970" v="3172"/>
        <pc:sldMkLst>
          <pc:docMk/>
          <pc:sldMk cId="0" sldId="575"/>
        </pc:sldMkLst>
        <pc:spChg chg="add mod">
          <ac:chgData name="Ronan Ogor" userId="473d6ea9-be06-4609-b78d-125cc115ecf4" providerId="ADAL" clId="{B561F487-D44B-4102-99BC-5E6CD2D241BF}" dt="2025-12-14T15:12:12.970" v="3172"/>
          <ac:spMkLst>
            <pc:docMk/>
            <pc:sldMk cId="0" sldId="575"/>
            <ac:spMk id="2" creationId="{A78E0CF2-CC22-25F7-A9AA-CE98E23106A5}"/>
          </ac:spMkLst>
        </pc:spChg>
        <pc:spChg chg="del">
          <ac:chgData name="Ronan Ogor" userId="473d6ea9-be06-4609-b78d-125cc115ecf4" providerId="ADAL" clId="{B561F487-D44B-4102-99BC-5E6CD2D241BF}" dt="2025-12-14T15:12:12.799" v="3171" actId="478"/>
          <ac:spMkLst>
            <pc:docMk/>
            <pc:sldMk cId="0" sldId="575"/>
            <ac:spMk id="8" creationId="{8E25D2C4-4A77-46F8-A564-681FBAF0A57D}"/>
          </ac:spMkLst>
        </pc:spChg>
      </pc:sldChg>
      <pc:sldChg chg="modSp mod ord">
        <pc:chgData name="Ronan Ogor" userId="473d6ea9-be06-4609-b78d-125cc115ecf4" providerId="ADAL" clId="{B561F487-D44B-4102-99BC-5E6CD2D241BF}" dt="2025-12-14T15:14:36.689" v="3202" actId="1076"/>
        <pc:sldMkLst>
          <pc:docMk/>
          <pc:sldMk cId="0" sldId="577"/>
        </pc:sldMkLst>
        <pc:spChg chg="mod">
          <ac:chgData name="Ronan Ogor" userId="473d6ea9-be06-4609-b78d-125cc115ecf4" providerId="ADAL" clId="{B561F487-D44B-4102-99BC-5E6CD2D241BF}" dt="2025-12-14T15:14:36.689" v="3202" actId="1076"/>
          <ac:spMkLst>
            <pc:docMk/>
            <pc:sldMk cId="0" sldId="577"/>
            <ac:spMk id="204" creationId="{00000000-0000-0000-0000-000000000000}"/>
          </ac:spMkLst>
        </pc:spChg>
      </pc:sldChg>
      <pc:sldChg chg="modSp mod">
        <pc:chgData name="Ronan Ogor" userId="473d6ea9-be06-4609-b78d-125cc115ecf4" providerId="ADAL" clId="{B561F487-D44B-4102-99BC-5E6CD2D241BF}" dt="2025-12-14T15:13:45.297" v="3176" actId="1076"/>
        <pc:sldMkLst>
          <pc:docMk/>
          <pc:sldMk cId="1590666043" sldId="580"/>
        </pc:sldMkLst>
        <pc:spChg chg="mod">
          <ac:chgData name="Ronan Ogor" userId="473d6ea9-be06-4609-b78d-125cc115ecf4" providerId="ADAL" clId="{B561F487-D44B-4102-99BC-5E6CD2D241BF}" dt="2025-12-14T14:06:37.355" v="2162" actId="1076"/>
          <ac:spMkLst>
            <pc:docMk/>
            <pc:sldMk cId="1590666043" sldId="580"/>
            <ac:spMk id="7" creationId="{3245A34A-AF28-4EA4-A717-573F1FCB0097}"/>
          </ac:spMkLst>
        </pc:spChg>
        <pc:graphicFrameChg chg="mod">
          <ac:chgData name="Ronan Ogor" userId="473d6ea9-be06-4609-b78d-125cc115ecf4" providerId="ADAL" clId="{B561F487-D44B-4102-99BC-5E6CD2D241BF}" dt="2025-12-14T15:13:45.297" v="3176" actId="1076"/>
          <ac:graphicFrameMkLst>
            <pc:docMk/>
            <pc:sldMk cId="1590666043" sldId="580"/>
            <ac:graphicFrameMk id="6" creationId="{3EEAEB4F-C904-4342-A637-02D9515F0409}"/>
          </ac:graphicFrameMkLst>
        </pc:graphicFrameChg>
      </pc:sldChg>
      <pc:sldChg chg="addSp delSp modSp mod">
        <pc:chgData name="Ronan Ogor" userId="473d6ea9-be06-4609-b78d-125cc115ecf4" providerId="ADAL" clId="{B561F487-D44B-4102-99BC-5E6CD2D241BF}" dt="2025-12-14T15:05:25.893" v="2955" actId="113"/>
        <pc:sldMkLst>
          <pc:docMk/>
          <pc:sldMk cId="3216624504" sldId="581"/>
        </pc:sldMkLst>
        <pc:spChg chg="del">
          <ac:chgData name="Ronan Ogor" userId="473d6ea9-be06-4609-b78d-125cc115ecf4" providerId="ADAL" clId="{B561F487-D44B-4102-99BC-5E6CD2D241BF}" dt="2025-12-14T14:09:31.469" v="2276" actId="478"/>
          <ac:spMkLst>
            <pc:docMk/>
            <pc:sldMk cId="3216624504" sldId="581"/>
            <ac:spMk id="2" creationId="{5DCF7831-08D0-4A08-9E9C-B2B3F19100B0}"/>
          </ac:spMkLst>
        </pc:spChg>
        <pc:spChg chg="mod">
          <ac:chgData name="Ronan Ogor" userId="473d6ea9-be06-4609-b78d-125cc115ecf4" providerId="ADAL" clId="{B561F487-D44B-4102-99BC-5E6CD2D241BF}" dt="2025-12-14T15:05:25.893" v="2955" actId="113"/>
          <ac:spMkLst>
            <pc:docMk/>
            <pc:sldMk cId="3216624504" sldId="581"/>
            <ac:spMk id="3" creationId="{8995E11F-4727-4755-9DFA-7C0BE4C090CF}"/>
          </ac:spMkLst>
        </pc:spChg>
        <pc:spChg chg="del mod">
          <ac:chgData name="Ronan Ogor" userId="473d6ea9-be06-4609-b78d-125cc115ecf4" providerId="ADAL" clId="{B561F487-D44B-4102-99BC-5E6CD2D241BF}" dt="2025-12-14T14:09:57.155" v="2321" actId="478"/>
          <ac:spMkLst>
            <pc:docMk/>
            <pc:sldMk cId="3216624504" sldId="581"/>
            <ac:spMk id="4" creationId="{C81C3538-FFFC-4B31-8B43-405F90FDE8BE}"/>
          </ac:spMkLst>
        </pc:spChg>
        <pc:spChg chg="del mod">
          <ac:chgData name="Ronan Ogor" userId="473d6ea9-be06-4609-b78d-125cc115ecf4" providerId="ADAL" clId="{B561F487-D44B-4102-99BC-5E6CD2D241BF}" dt="2025-12-14T14:47:02.043" v="2793" actId="21"/>
          <ac:spMkLst>
            <pc:docMk/>
            <pc:sldMk cId="3216624504" sldId="581"/>
            <ac:spMk id="7" creationId="{B03F9E6D-58FD-4EAC-B4A2-57CB6C372841}"/>
          </ac:spMkLst>
        </pc:spChg>
        <pc:spChg chg="del mod">
          <ac:chgData name="Ronan Ogor" userId="473d6ea9-be06-4609-b78d-125cc115ecf4" providerId="ADAL" clId="{B561F487-D44B-4102-99BC-5E6CD2D241BF}" dt="2025-12-14T14:47:02.043" v="2793" actId="21"/>
          <ac:spMkLst>
            <pc:docMk/>
            <pc:sldMk cId="3216624504" sldId="581"/>
            <ac:spMk id="9" creationId="{433C49F3-FA83-4E6E-A9FE-523885395004}"/>
          </ac:spMkLst>
        </pc:spChg>
        <pc:spChg chg="del mod">
          <ac:chgData name="Ronan Ogor" userId="473d6ea9-be06-4609-b78d-125cc115ecf4" providerId="ADAL" clId="{B561F487-D44B-4102-99BC-5E6CD2D241BF}" dt="2025-12-14T14:21:43.351" v="2366" actId="478"/>
          <ac:spMkLst>
            <pc:docMk/>
            <pc:sldMk cId="3216624504" sldId="581"/>
            <ac:spMk id="10" creationId="{8B9B0BCC-4773-46FB-A1A4-9FE4C1A89B67}"/>
          </ac:spMkLst>
        </pc:spChg>
        <pc:spChg chg="del mod">
          <ac:chgData name="Ronan Ogor" userId="473d6ea9-be06-4609-b78d-125cc115ecf4" providerId="ADAL" clId="{B561F487-D44B-4102-99BC-5E6CD2D241BF}" dt="2025-12-14T14:43:36.973" v="2690" actId="478"/>
          <ac:spMkLst>
            <pc:docMk/>
            <pc:sldMk cId="3216624504" sldId="581"/>
            <ac:spMk id="11" creationId="{75C7FABA-1C1D-4974-8D52-0F6D9542439F}"/>
          </ac:spMkLst>
        </pc:spChg>
        <pc:spChg chg="del mod">
          <ac:chgData name="Ronan Ogor" userId="473d6ea9-be06-4609-b78d-125cc115ecf4" providerId="ADAL" clId="{B561F487-D44B-4102-99BC-5E6CD2D241BF}" dt="2025-12-14T14:08:11.866" v="2232" actId="478"/>
          <ac:spMkLst>
            <pc:docMk/>
            <pc:sldMk cId="3216624504" sldId="581"/>
            <ac:spMk id="13" creationId="{0A57F15F-E9F7-425C-A45E-059E15979FC5}"/>
          </ac:spMkLst>
        </pc:spChg>
        <pc:spChg chg="add mod">
          <ac:chgData name="Ronan Ogor" userId="473d6ea9-be06-4609-b78d-125cc115ecf4" providerId="ADAL" clId="{B561F487-D44B-4102-99BC-5E6CD2D241BF}" dt="2025-12-14T14:09:31.635" v="2277"/>
          <ac:spMkLst>
            <pc:docMk/>
            <pc:sldMk cId="3216624504" sldId="581"/>
            <ac:spMk id="15" creationId="{952142A3-FFB9-0725-B736-25E3561782F3}"/>
          </ac:spMkLst>
        </pc:spChg>
        <pc:spChg chg="add mod">
          <ac:chgData name="Ronan Ogor" userId="473d6ea9-be06-4609-b78d-125cc115ecf4" providerId="ADAL" clId="{B561F487-D44B-4102-99BC-5E6CD2D241BF}" dt="2025-12-14T14:21:28.507" v="2353" actId="767"/>
          <ac:spMkLst>
            <pc:docMk/>
            <pc:sldMk cId="3216624504" sldId="581"/>
            <ac:spMk id="16" creationId="{5E34539D-88C5-AD69-CF89-977016A91543}"/>
          </ac:spMkLst>
        </pc:spChg>
        <pc:spChg chg="add del mod">
          <ac:chgData name="Ronan Ogor" userId="473d6ea9-be06-4609-b78d-125cc115ecf4" providerId="ADAL" clId="{B561F487-D44B-4102-99BC-5E6CD2D241BF}" dt="2025-12-14T14:24:19.936" v="2367" actId="478"/>
          <ac:spMkLst>
            <pc:docMk/>
            <pc:sldMk cId="3216624504" sldId="581"/>
            <ac:spMk id="17" creationId="{9DEE4B88-1081-334D-8532-616729410DA8}"/>
          </ac:spMkLst>
        </pc:spChg>
        <pc:spChg chg="add del mod">
          <ac:chgData name="Ronan Ogor" userId="473d6ea9-be06-4609-b78d-125cc115ecf4" providerId="ADAL" clId="{B561F487-D44B-4102-99BC-5E6CD2D241BF}" dt="2025-12-14T14:32:50.455" v="2627" actId="21"/>
          <ac:spMkLst>
            <pc:docMk/>
            <pc:sldMk cId="3216624504" sldId="581"/>
            <ac:spMk id="18" creationId="{1CF32191-8A1B-F29C-1828-D88586689A0B}"/>
          </ac:spMkLst>
        </pc:spChg>
        <pc:spChg chg="add del mod">
          <ac:chgData name="Ronan Ogor" userId="473d6ea9-be06-4609-b78d-125cc115ecf4" providerId="ADAL" clId="{B561F487-D44B-4102-99BC-5E6CD2D241BF}" dt="2025-12-14T14:50:12.091" v="2817" actId="113"/>
          <ac:spMkLst>
            <pc:docMk/>
            <pc:sldMk cId="3216624504" sldId="581"/>
            <ac:spMk id="19" creationId="{61015668-1A63-CE44-110D-750C76C32389}"/>
          </ac:spMkLst>
        </pc:spChg>
        <pc:spChg chg="add del mod">
          <ac:chgData name="Ronan Ogor" userId="473d6ea9-be06-4609-b78d-125cc115ecf4" providerId="ADAL" clId="{B561F487-D44B-4102-99BC-5E6CD2D241BF}" dt="2025-12-14T14:27:33.927" v="2436" actId="478"/>
          <ac:spMkLst>
            <pc:docMk/>
            <pc:sldMk cId="3216624504" sldId="581"/>
            <ac:spMk id="20" creationId="{144F4B6E-B45B-58C7-A5F9-C68D72BCA706}"/>
          </ac:spMkLst>
        </pc:spChg>
        <pc:spChg chg="add mod">
          <ac:chgData name="Ronan Ogor" userId="473d6ea9-be06-4609-b78d-125cc115ecf4" providerId="ADAL" clId="{B561F487-D44B-4102-99BC-5E6CD2D241BF}" dt="2025-12-14T14:43:58.971" v="2697" actId="1076"/>
          <ac:spMkLst>
            <pc:docMk/>
            <pc:sldMk cId="3216624504" sldId="581"/>
            <ac:spMk id="21" creationId="{51DC3F65-336B-20F9-190F-B78405810E84}"/>
          </ac:spMkLst>
        </pc:spChg>
        <pc:spChg chg="add del mod">
          <ac:chgData name="Ronan Ogor" userId="473d6ea9-be06-4609-b78d-125cc115ecf4" providerId="ADAL" clId="{B561F487-D44B-4102-99BC-5E6CD2D241BF}" dt="2025-12-14T14:43:43.261" v="2691" actId="478"/>
          <ac:spMkLst>
            <pc:docMk/>
            <pc:sldMk cId="3216624504" sldId="581"/>
            <ac:spMk id="22" creationId="{ED217F0F-5B6D-0CFB-01B0-ED88FF4FB321}"/>
          </ac:spMkLst>
        </pc:spChg>
        <pc:spChg chg="add del mod">
          <ac:chgData name="Ronan Ogor" userId="473d6ea9-be06-4609-b78d-125cc115ecf4" providerId="ADAL" clId="{B561F487-D44B-4102-99BC-5E6CD2D241BF}" dt="2025-12-14T14:43:52.410" v="2694"/>
          <ac:spMkLst>
            <pc:docMk/>
            <pc:sldMk cId="3216624504" sldId="581"/>
            <ac:spMk id="23" creationId="{EFE7431A-F107-F294-E139-A7C9200AF497}"/>
          </ac:spMkLst>
        </pc:spChg>
        <pc:spChg chg="add del mod">
          <ac:chgData name="Ronan Ogor" userId="473d6ea9-be06-4609-b78d-125cc115ecf4" providerId="ADAL" clId="{B561F487-D44B-4102-99BC-5E6CD2D241BF}" dt="2025-12-14T15:03:38.453" v="2920" actId="478"/>
          <ac:spMkLst>
            <pc:docMk/>
            <pc:sldMk cId="3216624504" sldId="581"/>
            <ac:spMk id="26" creationId="{4C2A20E4-5753-3DF9-4EE9-B7B7422AE955}"/>
          </ac:spMkLst>
        </pc:spChg>
        <pc:spChg chg="add del mod">
          <ac:chgData name="Ronan Ogor" userId="473d6ea9-be06-4609-b78d-125cc115ecf4" providerId="ADAL" clId="{B561F487-D44B-4102-99BC-5E6CD2D241BF}" dt="2025-12-14T15:03:38.453" v="2920" actId="478"/>
          <ac:spMkLst>
            <pc:docMk/>
            <pc:sldMk cId="3216624504" sldId="581"/>
            <ac:spMk id="27" creationId="{8753F1DF-AE89-4D3B-E215-2004774987DC}"/>
          </ac:spMkLst>
        </pc:spChg>
        <pc:picChg chg="add del mod">
          <ac:chgData name="Ronan Ogor" userId="473d6ea9-be06-4609-b78d-125cc115ecf4" providerId="ADAL" clId="{B561F487-D44B-4102-99BC-5E6CD2D241BF}" dt="2025-12-14T14:09:08.452" v="2268" actId="478"/>
          <ac:picMkLst>
            <pc:docMk/>
            <pc:sldMk cId="3216624504" sldId="581"/>
            <ac:picMk id="6" creationId="{1589157D-06ED-8EA7-3220-B6888CF9DC69}"/>
          </ac:picMkLst>
        </pc:picChg>
        <pc:picChg chg="del mod">
          <ac:chgData name="Ronan Ogor" userId="473d6ea9-be06-4609-b78d-125cc115ecf4" providerId="ADAL" clId="{B561F487-D44B-4102-99BC-5E6CD2D241BF}" dt="2025-12-14T13:50:59.183" v="1819" actId="478"/>
          <ac:picMkLst>
            <pc:docMk/>
            <pc:sldMk cId="3216624504" sldId="581"/>
            <ac:picMk id="12" creationId="{ED0F84AA-F6D7-4030-A6E2-A1E92DB61878}"/>
          </ac:picMkLst>
        </pc:picChg>
        <pc:picChg chg="add del mod">
          <ac:chgData name="Ronan Ogor" userId="473d6ea9-be06-4609-b78d-125cc115ecf4" providerId="ADAL" clId="{B561F487-D44B-4102-99BC-5E6CD2D241BF}" dt="2025-12-14T14:47:02.043" v="2793" actId="21"/>
          <ac:picMkLst>
            <pc:docMk/>
            <pc:sldMk cId="3216624504" sldId="581"/>
            <ac:picMk id="14" creationId="{F5C87575-C84D-90AA-7D0B-501E9F1EB494}"/>
          </ac:picMkLst>
        </pc:picChg>
        <pc:picChg chg="add del mod">
          <ac:chgData name="Ronan Ogor" userId="473d6ea9-be06-4609-b78d-125cc115ecf4" providerId="ADAL" clId="{B561F487-D44B-4102-99BC-5E6CD2D241BF}" dt="2025-12-14T15:03:38.453" v="2920" actId="478"/>
          <ac:picMkLst>
            <pc:docMk/>
            <pc:sldMk cId="3216624504" sldId="581"/>
            <ac:picMk id="28" creationId="{9A2FE1D2-BD59-C05C-78D5-14583D324FAF}"/>
          </ac:picMkLst>
        </pc:picChg>
        <pc:cxnChg chg="add mod">
          <ac:chgData name="Ronan Ogor" userId="473d6ea9-be06-4609-b78d-125cc115ecf4" providerId="ADAL" clId="{B561F487-D44B-4102-99BC-5E6CD2D241BF}" dt="2025-12-14T14:43:57.661" v="2696" actId="1076"/>
          <ac:cxnSpMkLst>
            <pc:docMk/>
            <pc:sldMk cId="3216624504" sldId="581"/>
            <ac:cxnSpMk id="25" creationId="{939253C2-C960-6A3E-A4A9-72109EDEF191}"/>
          </ac:cxnSpMkLst>
        </pc:cxnChg>
      </pc:sldChg>
      <pc:sldChg chg="del">
        <pc:chgData name="Ronan Ogor" userId="473d6ea9-be06-4609-b78d-125cc115ecf4" providerId="ADAL" clId="{B561F487-D44B-4102-99BC-5E6CD2D241BF}" dt="2025-12-14T12:21:01.231" v="106" actId="47"/>
        <pc:sldMkLst>
          <pc:docMk/>
          <pc:sldMk cId="3711859807" sldId="583"/>
        </pc:sldMkLst>
      </pc:sldChg>
      <pc:sldChg chg="delSp del mod">
        <pc:chgData name="Ronan Ogor" userId="473d6ea9-be06-4609-b78d-125cc115ecf4" providerId="ADAL" clId="{B561F487-D44B-4102-99BC-5E6CD2D241BF}" dt="2025-12-14T13:49:25.181" v="1804" actId="47"/>
        <pc:sldMkLst>
          <pc:docMk/>
          <pc:sldMk cId="3353311989" sldId="584"/>
        </pc:sldMkLst>
        <pc:cxnChg chg="del">
          <ac:chgData name="Ronan Ogor" userId="473d6ea9-be06-4609-b78d-125cc115ecf4" providerId="ADAL" clId="{B561F487-D44B-4102-99BC-5E6CD2D241BF}" dt="2025-12-14T13:49:17.364" v="1803" actId="478"/>
          <ac:cxnSpMkLst>
            <pc:docMk/>
            <pc:sldMk cId="3353311989" sldId="584"/>
            <ac:cxnSpMk id="20" creationId="{74661761-DA18-4022-9BAF-AE6495FC395C}"/>
          </ac:cxnSpMkLst>
        </pc:cxnChg>
      </pc:sldChg>
      <pc:sldChg chg="modSp mod setBg">
        <pc:chgData name="Ronan Ogor" userId="473d6ea9-be06-4609-b78d-125cc115ecf4" providerId="ADAL" clId="{B561F487-D44B-4102-99BC-5E6CD2D241BF}" dt="2025-12-14T15:13:58.188" v="3178"/>
        <pc:sldMkLst>
          <pc:docMk/>
          <pc:sldMk cId="3632169955" sldId="585"/>
        </pc:sldMkLst>
        <pc:spChg chg="mod">
          <ac:chgData name="Ronan Ogor" userId="473d6ea9-be06-4609-b78d-125cc115ecf4" providerId="ADAL" clId="{B561F487-D44B-4102-99BC-5E6CD2D241BF}" dt="2025-12-14T15:13:39.804" v="3175" actId="207"/>
          <ac:spMkLst>
            <pc:docMk/>
            <pc:sldMk cId="3632169955" sldId="585"/>
            <ac:spMk id="5" creationId="{E504726D-4BFD-4CF1-9AEF-AE944086EAC7}"/>
          </ac:spMkLst>
        </pc:spChg>
        <pc:spChg chg="mod">
          <ac:chgData name="Ronan Ogor" userId="473d6ea9-be06-4609-b78d-125cc115ecf4" providerId="ADAL" clId="{B561F487-D44B-4102-99BC-5E6CD2D241BF}" dt="2025-12-14T14:07:14.362" v="2186" actId="404"/>
          <ac:spMkLst>
            <pc:docMk/>
            <pc:sldMk cId="3632169955" sldId="585"/>
            <ac:spMk id="19" creationId="{D4D00A22-5972-4DF9-8096-AF1586BDDE93}"/>
          </ac:spMkLst>
        </pc:spChg>
      </pc:sldChg>
      <pc:sldChg chg="addSp delSp modSp mod setBg">
        <pc:chgData name="Ronan Ogor" userId="473d6ea9-be06-4609-b78d-125cc115ecf4" providerId="ADAL" clId="{B561F487-D44B-4102-99BC-5E6CD2D241BF}" dt="2025-12-14T15:36:20.457" v="4005"/>
        <pc:sldMkLst>
          <pc:docMk/>
          <pc:sldMk cId="1366768123" sldId="586"/>
        </pc:sldMkLst>
        <pc:spChg chg="add mod">
          <ac:chgData name="Ronan Ogor" userId="473d6ea9-be06-4609-b78d-125cc115ecf4" providerId="ADAL" clId="{B561F487-D44B-4102-99BC-5E6CD2D241BF}" dt="2025-12-14T15:36:11.322" v="4004"/>
          <ac:spMkLst>
            <pc:docMk/>
            <pc:sldMk cId="1366768123" sldId="586"/>
            <ac:spMk id="2" creationId="{5D642D2B-2DAF-9175-A01B-293C80362F44}"/>
          </ac:spMkLst>
        </pc:spChg>
        <pc:spChg chg="del">
          <ac:chgData name="Ronan Ogor" userId="473d6ea9-be06-4609-b78d-125cc115ecf4" providerId="ADAL" clId="{B561F487-D44B-4102-99BC-5E6CD2D241BF}" dt="2025-12-14T15:36:10.810" v="4003" actId="478"/>
          <ac:spMkLst>
            <pc:docMk/>
            <pc:sldMk cId="1366768123" sldId="586"/>
            <ac:spMk id="6" creationId="{58FFF478-82AD-4C7E-9A42-078744BB2532}"/>
          </ac:spMkLst>
        </pc:spChg>
      </pc:sldChg>
      <pc:sldChg chg="del">
        <pc:chgData name="Ronan Ogor" userId="473d6ea9-be06-4609-b78d-125cc115ecf4" providerId="ADAL" clId="{B561F487-D44B-4102-99BC-5E6CD2D241BF}" dt="2025-12-14T15:08:00.933" v="3026" actId="47"/>
        <pc:sldMkLst>
          <pc:docMk/>
          <pc:sldMk cId="813339454" sldId="587"/>
        </pc:sldMkLst>
      </pc:sldChg>
      <pc:sldChg chg="del">
        <pc:chgData name="Ronan Ogor" userId="473d6ea9-be06-4609-b78d-125cc115ecf4" providerId="ADAL" clId="{B561F487-D44B-4102-99BC-5E6CD2D241BF}" dt="2025-12-14T15:10:57.019" v="3153" actId="47"/>
        <pc:sldMkLst>
          <pc:docMk/>
          <pc:sldMk cId="323151435" sldId="588"/>
        </pc:sldMkLst>
      </pc:sldChg>
      <pc:sldChg chg="del">
        <pc:chgData name="Ronan Ogor" userId="473d6ea9-be06-4609-b78d-125cc115ecf4" providerId="ADAL" clId="{B561F487-D44B-4102-99BC-5E6CD2D241BF}" dt="2025-12-14T15:18:37.472" v="3261" actId="47"/>
        <pc:sldMkLst>
          <pc:docMk/>
          <pc:sldMk cId="227017574" sldId="589"/>
        </pc:sldMkLst>
      </pc:sldChg>
      <pc:sldChg chg="del">
        <pc:chgData name="Ronan Ogor" userId="473d6ea9-be06-4609-b78d-125cc115ecf4" providerId="ADAL" clId="{B561F487-D44B-4102-99BC-5E6CD2D241BF}" dt="2025-12-14T15:22:52.961" v="3402" actId="47"/>
        <pc:sldMkLst>
          <pc:docMk/>
          <pc:sldMk cId="383137853" sldId="590"/>
        </pc:sldMkLst>
      </pc:sldChg>
      <pc:sldChg chg="del">
        <pc:chgData name="Ronan Ogor" userId="473d6ea9-be06-4609-b78d-125cc115ecf4" providerId="ADAL" clId="{B561F487-D44B-4102-99BC-5E6CD2D241BF}" dt="2025-12-14T15:22:52.961" v="3402" actId="47"/>
        <pc:sldMkLst>
          <pc:docMk/>
          <pc:sldMk cId="70651738" sldId="591"/>
        </pc:sldMkLst>
      </pc:sldChg>
      <pc:sldChg chg="addSp delSp modSp add mod ord modAnim">
        <pc:chgData name="Ronan Ogor" userId="473d6ea9-be06-4609-b78d-125cc115ecf4" providerId="ADAL" clId="{B561F487-D44B-4102-99BC-5E6CD2D241BF}" dt="2025-12-14T13:21:36.719" v="1207"/>
        <pc:sldMkLst>
          <pc:docMk/>
          <pc:sldMk cId="1310656350" sldId="592"/>
        </pc:sldMkLst>
        <pc:spChg chg="add mod">
          <ac:chgData name="Ronan Ogor" userId="473d6ea9-be06-4609-b78d-125cc115ecf4" providerId="ADAL" clId="{B561F487-D44B-4102-99BC-5E6CD2D241BF}" dt="2025-12-14T12:37:40.553" v="305" actId="1076"/>
          <ac:spMkLst>
            <pc:docMk/>
            <pc:sldMk cId="1310656350" sldId="592"/>
            <ac:spMk id="2" creationId="{1E0E5674-4F8A-418F-C7F5-AA961C6A0CF0}"/>
          </ac:spMkLst>
        </pc:spChg>
        <pc:spChg chg="add mod">
          <ac:chgData name="Ronan Ogor" userId="473d6ea9-be06-4609-b78d-125cc115ecf4" providerId="ADAL" clId="{B561F487-D44B-4102-99BC-5E6CD2D241BF}" dt="2025-12-14T13:21:16.898" v="1202" actId="1076"/>
          <ac:spMkLst>
            <pc:docMk/>
            <pc:sldMk cId="1310656350" sldId="592"/>
            <ac:spMk id="5" creationId="{DD26CEA6-6396-D453-D390-D4C2DAA33E1E}"/>
          </ac:spMkLst>
        </pc:spChg>
        <pc:spChg chg="add del mod">
          <ac:chgData name="Ronan Ogor" userId="473d6ea9-be06-4609-b78d-125cc115ecf4" providerId="ADAL" clId="{B561F487-D44B-4102-99BC-5E6CD2D241BF}" dt="2025-12-14T12:41:19.901" v="472" actId="478"/>
          <ac:spMkLst>
            <pc:docMk/>
            <pc:sldMk cId="1310656350" sldId="592"/>
            <ac:spMk id="9" creationId="{1FF21738-4E53-D3FA-D1F1-9540E0E81C1E}"/>
          </ac:spMkLst>
        </pc:spChg>
        <pc:spChg chg="mod">
          <ac:chgData name="Ronan Ogor" userId="473d6ea9-be06-4609-b78d-125cc115ecf4" providerId="ADAL" clId="{B561F487-D44B-4102-99BC-5E6CD2D241BF}" dt="2025-12-14T13:13:42.387" v="1046" actId="20577"/>
          <ac:spMkLst>
            <pc:docMk/>
            <pc:sldMk cId="1310656350" sldId="592"/>
            <ac:spMk id="12" creationId="{6569F732-FBBE-D9E0-D3D8-674E420D76BF}"/>
          </ac:spMkLst>
        </pc:spChg>
        <pc:spChg chg="mod">
          <ac:chgData name="Ronan Ogor" userId="473d6ea9-be06-4609-b78d-125cc115ecf4" providerId="ADAL" clId="{B561F487-D44B-4102-99BC-5E6CD2D241BF}" dt="2025-12-14T13:14:10.958" v="1071" actId="1076"/>
          <ac:spMkLst>
            <pc:docMk/>
            <pc:sldMk cId="1310656350" sldId="592"/>
            <ac:spMk id="13" creationId="{F0BDBB88-5111-51E7-BBE5-BC1E5D15A1EA}"/>
          </ac:spMkLst>
        </pc:spChg>
        <pc:spChg chg="add del mod">
          <ac:chgData name="Ronan Ogor" userId="473d6ea9-be06-4609-b78d-125cc115ecf4" providerId="ADAL" clId="{B561F487-D44B-4102-99BC-5E6CD2D241BF}" dt="2025-12-14T12:41:21.309" v="473" actId="478"/>
          <ac:spMkLst>
            <pc:docMk/>
            <pc:sldMk cId="1310656350" sldId="592"/>
            <ac:spMk id="14" creationId="{B1C47C99-CA11-F1D1-9E81-32A5A478CA76}"/>
          </ac:spMkLst>
        </pc:spChg>
        <pc:spChg chg="add mod">
          <ac:chgData name="Ronan Ogor" userId="473d6ea9-be06-4609-b78d-125cc115ecf4" providerId="ADAL" clId="{B561F487-D44B-4102-99BC-5E6CD2D241BF}" dt="2025-12-14T13:20:41.940" v="1164" actId="14100"/>
          <ac:spMkLst>
            <pc:docMk/>
            <pc:sldMk cId="1310656350" sldId="592"/>
            <ac:spMk id="17" creationId="{C403AB7B-C9B2-921B-2684-FF71DE34F1FB}"/>
          </ac:spMkLst>
        </pc:spChg>
        <pc:spChg chg="add mod">
          <ac:chgData name="Ronan Ogor" userId="473d6ea9-be06-4609-b78d-125cc115ecf4" providerId="ADAL" clId="{B561F487-D44B-4102-99BC-5E6CD2D241BF}" dt="2025-12-14T13:21:02.340" v="1199" actId="20577"/>
          <ac:spMkLst>
            <pc:docMk/>
            <pc:sldMk cId="1310656350" sldId="592"/>
            <ac:spMk id="23" creationId="{84C6606E-BD76-77D1-0520-A289EC91EFD6}"/>
          </ac:spMkLst>
        </pc:spChg>
        <pc:spChg chg="del">
          <ac:chgData name="Ronan Ogor" userId="473d6ea9-be06-4609-b78d-125cc115ecf4" providerId="ADAL" clId="{B561F487-D44B-4102-99BC-5E6CD2D241BF}" dt="2025-12-14T12:27:40.813" v="253" actId="478"/>
          <ac:spMkLst>
            <pc:docMk/>
            <pc:sldMk cId="1310656350" sldId="592"/>
            <ac:spMk id="151" creationId="{712F1650-C7F4-6C17-A03E-968DF6DCAA4A}"/>
          </ac:spMkLst>
        </pc:spChg>
        <pc:spChg chg="del">
          <ac:chgData name="Ronan Ogor" userId="473d6ea9-be06-4609-b78d-125cc115ecf4" providerId="ADAL" clId="{B561F487-D44B-4102-99BC-5E6CD2D241BF}" dt="2025-12-14T12:27:40.813" v="253" actId="478"/>
          <ac:spMkLst>
            <pc:docMk/>
            <pc:sldMk cId="1310656350" sldId="592"/>
            <ac:spMk id="152" creationId="{ECE9CF4B-C08B-9358-30A6-588F8219127A}"/>
          </ac:spMkLst>
        </pc:spChg>
        <pc:spChg chg="del">
          <ac:chgData name="Ronan Ogor" userId="473d6ea9-be06-4609-b78d-125cc115ecf4" providerId="ADAL" clId="{B561F487-D44B-4102-99BC-5E6CD2D241BF}" dt="2025-12-14T12:27:40.813" v="253" actId="478"/>
          <ac:spMkLst>
            <pc:docMk/>
            <pc:sldMk cId="1310656350" sldId="592"/>
            <ac:spMk id="155" creationId="{4EFC181C-6EFA-36EE-71D9-71B27C6A2178}"/>
          </ac:spMkLst>
        </pc:spChg>
        <pc:picChg chg="add mod">
          <ac:chgData name="Ronan Ogor" userId="473d6ea9-be06-4609-b78d-125cc115ecf4" providerId="ADAL" clId="{B561F487-D44B-4102-99BC-5E6CD2D241BF}" dt="2025-12-14T12:41:51.142" v="509" actId="1076"/>
          <ac:picMkLst>
            <pc:docMk/>
            <pc:sldMk cId="1310656350" sldId="592"/>
            <ac:picMk id="4" creationId="{DB44DD69-BE80-2120-CBC8-E6FFF4BF18F2}"/>
          </ac:picMkLst>
        </pc:picChg>
        <pc:picChg chg="del">
          <ac:chgData name="Ronan Ogor" userId="473d6ea9-be06-4609-b78d-125cc115ecf4" providerId="ADAL" clId="{B561F487-D44B-4102-99BC-5E6CD2D241BF}" dt="2025-12-14T12:27:40.813" v="253" actId="478"/>
          <ac:picMkLst>
            <pc:docMk/>
            <pc:sldMk cId="1310656350" sldId="592"/>
            <ac:picMk id="150" creationId="{5C0FBD77-2F1A-3797-D024-C9508658BE28}"/>
          </ac:picMkLst>
        </pc:picChg>
        <pc:cxnChg chg="add del mod">
          <ac:chgData name="Ronan Ogor" userId="473d6ea9-be06-4609-b78d-125cc115ecf4" providerId="ADAL" clId="{B561F487-D44B-4102-99BC-5E6CD2D241BF}" dt="2025-12-14T12:41:18.915" v="470" actId="478"/>
          <ac:cxnSpMkLst>
            <pc:docMk/>
            <pc:sldMk cId="1310656350" sldId="592"/>
            <ac:cxnSpMk id="6" creationId="{3FC97F78-3A16-D768-23B5-4645309B17E7}"/>
          </ac:cxnSpMkLst>
        </pc:cxnChg>
        <pc:cxnChg chg="add mod">
          <ac:chgData name="Ronan Ogor" userId="473d6ea9-be06-4609-b78d-125cc115ecf4" providerId="ADAL" clId="{B561F487-D44B-4102-99BC-5E6CD2D241BF}" dt="2025-12-14T13:21:14.132" v="1201" actId="14100"/>
          <ac:cxnSpMkLst>
            <pc:docMk/>
            <pc:sldMk cId="1310656350" sldId="592"/>
            <ac:cxnSpMk id="7" creationId="{C856B10E-E340-DA37-C265-002C5530A4F9}"/>
          </ac:cxnSpMkLst>
        </pc:cxnChg>
        <pc:cxnChg chg="add mod">
          <ac:chgData name="Ronan Ogor" userId="473d6ea9-be06-4609-b78d-125cc115ecf4" providerId="ADAL" clId="{B561F487-D44B-4102-99BC-5E6CD2D241BF}" dt="2025-12-14T13:20:41.940" v="1164" actId="14100"/>
          <ac:cxnSpMkLst>
            <pc:docMk/>
            <pc:sldMk cId="1310656350" sldId="592"/>
            <ac:cxnSpMk id="18" creationId="{6B5A84DB-0C3F-C81D-890E-0B3228581037}"/>
          </ac:cxnSpMkLst>
        </pc:cxnChg>
        <pc:cxnChg chg="add mod">
          <ac:chgData name="Ronan Ogor" userId="473d6ea9-be06-4609-b78d-125cc115ecf4" providerId="ADAL" clId="{B561F487-D44B-4102-99BC-5E6CD2D241BF}" dt="2025-12-14T13:20:50.720" v="1168" actId="1076"/>
          <ac:cxnSpMkLst>
            <pc:docMk/>
            <pc:sldMk cId="1310656350" sldId="592"/>
            <ac:cxnSpMk id="21" creationId="{8E2F66B5-113B-6A7A-DFF9-23E8950DC4C2}"/>
          </ac:cxnSpMkLst>
        </pc:cxnChg>
        <pc:cxnChg chg="del">
          <ac:chgData name="Ronan Ogor" userId="473d6ea9-be06-4609-b78d-125cc115ecf4" providerId="ADAL" clId="{B561F487-D44B-4102-99BC-5E6CD2D241BF}" dt="2025-12-14T12:27:40.813" v="253" actId="478"/>
          <ac:cxnSpMkLst>
            <pc:docMk/>
            <pc:sldMk cId="1310656350" sldId="592"/>
            <ac:cxnSpMk id="153" creationId="{A5B7BC58-B295-AE1D-986F-862FB2922946}"/>
          </ac:cxnSpMkLst>
        </pc:cxnChg>
        <pc:cxnChg chg="del">
          <ac:chgData name="Ronan Ogor" userId="473d6ea9-be06-4609-b78d-125cc115ecf4" providerId="ADAL" clId="{B561F487-D44B-4102-99BC-5E6CD2D241BF}" dt="2025-12-14T12:27:40.813" v="253" actId="478"/>
          <ac:cxnSpMkLst>
            <pc:docMk/>
            <pc:sldMk cId="1310656350" sldId="592"/>
            <ac:cxnSpMk id="154" creationId="{C372CF01-AC55-EFC4-249F-7A188D8259DD}"/>
          </ac:cxnSpMkLst>
        </pc:cxnChg>
        <pc:cxnChg chg="del">
          <ac:chgData name="Ronan Ogor" userId="473d6ea9-be06-4609-b78d-125cc115ecf4" providerId="ADAL" clId="{B561F487-D44B-4102-99BC-5E6CD2D241BF}" dt="2025-12-14T12:27:40.813" v="253" actId="478"/>
          <ac:cxnSpMkLst>
            <pc:docMk/>
            <pc:sldMk cId="1310656350" sldId="592"/>
            <ac:cxnSpMk id="156" creationId="{B278AE15-2554-277F-A700-796BA96F4984}"/>
          </ac:cxnSpMkLst>
        </pc:cxnChg>
      </pc:sldChg>
      <pc:sldChg chg="addSp delSp modSp new mod delAnim modAnim">
        <pc:chgData name="Ronan Ogor" userId="473d6ea9-be06-4609-b78d-125cc115ecf4" providerId="ADAL" clId="{B561F487-D44B-4102-99BC-5E6CD2D241BF}" dt="2025-12-14T14:05:14.131" v="2132" actId="113"/>
        <pc:sldMkLst>
          <pc:docMk/>
          <pc:sldMk cId="3138328494" sldId="593"/>
        </pc:sldMkLst>
        <pc:spChg chg="del">
          <ac:chgData name="Ronan Ogor" userId="473d6ea9-be06-4609-b78d-125cc115ecf4" providerId="ADAL" clId="{B561F487-D44B-4102-99BC-5E6CD2D241BF}" dt="2025-12-14T12:42:44.781" v="516" actId="478"/>
          <ac:spMkLst>
            <pc:docMk/>
            <pc:sldMk cId="3138328494" sldId="593"/>
            <ac:spMk id="2" creationId="{18EF519C-6FDD-C1F4-61DC-E136AE713E2D}"/>
          </ac:spMkLst>
        </pc:spChg>
        <pc:spChg chg="add mod">
          <ac:chgData name="Ronan Ogor" userId="473d6ea9-be06-4609-b78d-125cc115ecf4" providerId="ADAL" clId="{B561F487-D44B-4102-99BC-5E6CD2D241BF}" dt="2025-12-14T14:05:14.131" v="2132" actId="113"/>
          <ac:spMkLst>
            <pc:docMk/>
            <pc:sldMk cId="3138328494" sldId="593"/>
            <ac:spMk id="2" creationId="{EBDCA82C-EB6E-0855-7F23-6DC54FD25C74}"/>
          </ac:spMkLst>
        </pc:spChg>
        <pc:spChg chg="del">
          <ac:chgData name="Ronan Ogor" userId="473d6ea9-be06-4609-b78d-125cc115ecf4" providerId="ADAL" clId="{B561F487-D44B-4102-99BC-5E6CD2D241BF}" dt="2025-12-14T12:42:44.781" v="516" actId="478"/>
          <ac:spMkLst>
            <pc:docMk/>
            <pc:sldMk cId="3138328494" sldId="593"/>
            <ac:spMk id="3" creationId="{384C7273-17E1-5D01-247D-7B8353F46D64}"/>
          </ac:spMkLst>
        </pc:spChg>
        <pc:spChg chg="add mod">
          <ac:chgData name="Ronan Ogor" userId="473d6ea9-be06-4609-b78d-125cc115ecf4" providerId="ADAL" clId="{B561F487-D44B-4102-99BC-5E6CD2D241BF}" dt="2025-12-14T12:42:56.161" v="517"/>
          <ac:spMkLst>
            <pc:docMk/>
            <pc:sldMk cId="3138328494" sldId="593"/>
            <ac:spMk id="4" creationId="{8D2DA6BA-0F22-BD43-A7EC-BB187422F8B9}"/>
          </ac:spMkLst>
        </pc:spChg>
        <pc:spChg chg="add mod">
          <ac:chgData name="Ronan Ogor" userId="473d6ea9-be06-4609-b78d-125cc115ecf4" providerId="ADAL" clId="{B561F487-D44B-4102-99BC-5E6CD2D241BF}" dt="2025-12-14T14:04:22.308" v="2113" actId="113"/>
          <ac:spMkLst>
            <pc:docMk/>
            <pc:sldMk cId="3138328494" sldId="593"/>
            <ac:spMk id="6" creationId="{EAD6B001-6563-9DD4-7195-4A657F38E99E}"/>
          </ac:spMkLst>
        </pc:spChg>
        <pc:spChg chg="add del mod">
          <ac:chgData name="Ronan Ogor" userId="473d6ea9-be06-4609-b78d-125cc115ecf4" providerId="ADAL" clId="{B561F487-D44B-4102-99BC-5E6CD2D241BF}" dt="2025-12-14T14:04:18.710" v="2111" actId="478"/>
          <ac:spMkLst>
            <pc:docMk/>
            <pc:sldMk cId="3138328494" sldId="593"/>
            <ac:spMk id="7" creationId="{BCCDA2FD-48DD-A9D9-6028-67122AA8F1A8}"/>
          </ac:spMkLst>
        </pc:spChg>
        <pc:spChg chg="add mod">
          <ac:chgData name="Ronan Ogor" userId="473d6ea9-be06-4609-b78d-125cc115ecf4" providerId="ADAL" clId="{B561F487-D44B-4102-99BC-5E6CD2D241BF}" dt="2025-12-14T13:26:27.920" v="1292" actId="14100"/>
          <ac:spMkLst>
            <pc:docMk/>
            <pc:sldMk cId="3138328494" sldId="593"/>
            <ac:spMk id="8" creationId="{017B5A74-E69C-FA98-F332-5094124875F8}"/>
          </ac:spMkLst>
        </pc:spChg>
        <pc:spChg chg="add mod">
          <ac:chgData name="Ronan Ogor" userId="473d6ea9-be06-4609-b78d-125cc115ecf4" providerId="ADAL" clId="{B561F487-D44B-4102-99BC-5E6CD2D241BF}" dt="2025-12-14T13:26:25.155" v="1290" actId="1076"/>
          <ac:spMkLst>
            <pc:docMk/>
            <pc:sldMk cId="3138328494" sldId="593"/>
            <ac:spMk id="11" creationId="{D110F464-54C8-D638-6938-7917F77FCAD9}"/>
          </ac:spMkLst>
        </pc:spChg>
        <pc:spChg chg="add mod">
          <ac:chgData name="Ronan Ogor" userId="473d6ea9-be06-4609-b78d-125cc115ecf4" providerId="ADAL" clId="{B561F487-D44B-4102-99BC-5E6CD2D241BF}" dt="2025-12-14T14:04:41.690" v="2116" actId="1076"/>
          <ac:spMkLst>
            <pc:docMk/>
            <pc:sldMk cId="3138328494" sldId="593"/>
            <ac:spMk id="14" creationId="{96E32C1B-E7B0-69D2-4F8B-608A1A619817}"/>
          </ac:spMkLst>
        </pc:spChg>
        <pc:spChg chg="add del mod">
          <ac:chgData name="Ronan Ogor" userId="473d6ea9-be06-4609-b78d-125cc115ecf4" providerId="ADAL" clId="{B561F487-D44B-4102-99BC-5E6CD2D241BF}" dt="2025-12-14T13:25:29.648" v="1266" actId="478"/>
          <ac:spMkLst>
            <pc:docMk/>
            <pc:sldMk cId="3138328494" sldId="593"/>
            <ac:spMk id="18" creationId="{3A4598CA-05CE-CA9F-781E-4D32142760B5}"/>
          </ac:spMkLst>
        </pc:spChg>
        <pc:spChg chg="add mod">
          <ac:chgData name="Ronan Ogor" userId="473d6ea9-be06-4609-b78d-125cc115ecf4" providerId="ADAL" clId="{B561F487-D44B-4102-99BC-5E6CD2D241BF}" dt="2025-12-14T14:04:25.269" v="2114" actId="1076"/>
          <ac:spMkLst>
            <pc:docMk/>
            <pc:sldMk cId="3138328494" sldId="593"/>
            <ac:spMk id="19" creationId="{9EC19A1E-ACBF-F94F-DAA6-AB8DCB77CA58}"/>
          </ac:spMkLst>
        </pc:spChg>
        <pc:spChg chg="add mod">
          <ac:chgData name="Ronan Ogor" userId="473d6ea9-be06-4609-b78d-125cc115ecf4" providerId="ADAL" clId="{B561F487-D44B-4102-99BC-5E6CD2D241BF}" dt="2025-12-14T14:03:39.636" v="2105" actId="113"/>
          <ac:spMkLst>
            <pc:docMk/>
            <pc:sldMk cId="3138328494" sldId="593"/>
            <ac:spMk id="20" creationId="{D69ECCD1-84D2-E88B-BD68-C9BEA7FDECEB}"/>
          </ac:spMkLst>
        </pc:spChg>
        <pc:spChg chg="add mod">
          <ac:chgData name="Ronan Ogor" userId="473d6ea9-be06-4609-b78d-125cc115ecf4" providerId="ADAL" clId="{B561F487-D44B-4102-99BC-5E6CD2D241BF}" dt="2025-12-14T13:26:34.715" v="1296" actId="14100"/>
          <ac:spMkLst>
            <pc:docMk/>
            <pc:sldMk cId="3138328494" sldId="593"/>
            <ac:spMk id="33" creationId="{299D8E60-1E12-5032-C593-866D7F2B0A2C}"/>
          </ac:spMkLst>
        </pc:spChg>
        <pc:picChg chg="add mod">
          <ac:chgData name="Ronan Ogor" userId="473d6ea9-be06-4609-b78d-125cc115ecf4" providerId="ADAL" clId="{B561F487-D44B-4102-99BC-5E6CD2D241BF}" dt="2025-12-14T13:26:49.521" v="1302" actId="1076"/>
          <ac:picMkLst>
            <pc:docMk/>
            <pc:sldMk cId="3138328494" sldId="593"/>
            <ac:picMk id="5" creationId="{5DF99C8A-7F34-2EBF-D583-0062BAE21EFF}"/>
          </ac:picMkLst>
        </pc:picChg>
        <pc:picChg chg="add del mod">
          <ac:chgData name="Ronan Ogor" userId="473d6ea9-be06-4609-b78d-125cc115ecf4" providerId="ADAL" clId="{B561F487-D44B-4102-99BC-5E6CD2D241BF}" dt="2025-12-14T12:47:10.890" v="637" actId="478"/>
          <ac:picMkLst>
            <pc:docMk/>
            <pc:sldMk cId="3138328494" sldId="593"/>
            <ac:picMk id="10" creationId="{3A19D301-C4A7-2699-7069-ED0EC52B7596}"/>
          </ac:picMkLst>
        </pc:picChg>
        <pc:cxnChg chg="add del mod">
          <ac:chgData name="Ronan Ogor" userId="473d6ea9-be06-4609-b78d-125cc115ecf4" providerId="ADAL" clId="{B561F487-D44B-4102-99BC-5E6CD2D241BF}" dt="2025-12-14T13:16:43.745" v="1111" actId="478"/>
          <ac:cxnSpMkLst>
            <pc:docMk/>
            <pc:sldMk cId="3138328494" sldId="593"/>
            <ac:cxnSpMk id="13" creationId="{2E5A2132-5341-86C5-1F51-0FA2CB14114F}"/>
          </ac:cxnSpMkLst>
        </pc:cxnChg>
        <pc:cxnChg chg="add del mod">
          <ac:chgData name="Ronan Ogor" userId="473d6ea9-be06-4609-b78d-125cc115ecf4" providerId="ADAL" clId="{B561F487-D44B-4102-99BC-5E6CD2D241BF}" dt="2025-12-14T13:14:58.258" v="1079" actId="478"/>
          <ac:cxnSpMkLst>
            <pc:docMk/>
            <pc:sldMk cId="3138328494" sldId="593"/>
            <ac:cxnSpMk id="15" creationId="{960C3BF5-C5E9-4931-C96D-EFB2A0B1AC12}"/>
          </ac:cxnSpMkLst>
        </pc:cxnChg>
        <pc:cxnChg chg="add del mod">
          <ac:chgData name="Ronan Ogor" userId="473d6ea9-be06-4609-b78d-125cc115ecf4" providerId="ADAL" clId="{B561F487-D44B-4102-99BC-5E6CD2D241BF}" dt="2025-12-14T13:14:58.258" v="1079" actId="478"/>
          <ac:cxnSpMkLst>
            <pc:docMk/>
            <pc:sldMk cId="3138328494" sldId="593"/>
            <ac:cxnSpMk id="16" creationId="{FBF71BE1-1EDB-5B6E-F6AA-BCF993704E8D}"/>
          </ac:cxnSpMkLst>
        </pc:cxnChg>
        <pc:cxnChg chg="add del mod">
          <ac:chgData name="Ronan Ogor" userId="473d6ea9-be06-4609-b78d-125cc115ecf4" providerId="ADAL" clId="{B561F487-D44B-4102-99BC-5E6CD2D241BF}" dt="2025-12-14T13:14:58.258" v="1079" actId="478"/>
          <ac:cxnSpMkLst>
            <pc:docMk/>
            <pc:sldMk cId="3138328494" sldId="593"/>
            <ac:cxnSpMk id="17" creationId="{05DF1A66-FA84-BCB1-141F-CE4E35F02F34}"/>
          </ac:cxnSpMkLst>
        </pc:cxnChg>
        <pc:cxnChg chg="add del mod">
          <ac:chgData name="Ronan Ogor" userId="473d6ea9-be06-4609-b78d-125cc115ecf4" providerId="ADAL" clId="{B561F487-D44B-4102-99BC-5E6CD2D241BF}" dt="2025-12-14T13:24:45.875" v="1250" actId="478"/>
          <ac:cxnSpMkLst>
            <pc:docMk/>
            <pc:sldMk cId="3138328494" sldId="593"/>
            <ac:cxnSpMk id="21" creationId="{A4790958-34EF-5803-955B-E1710BC2B7AD}"/>
          </ac:cxnSpMkLst>
        </pc:cxnChg>
        <pc:cxnChg chg="add del mod">
          <ac:chgData name="Ronan Ogor" userId="473d6ea9-be06-4609-b78d-125cc115ecf4" providerId="ADAL" clId="{B561F487-D44B-4102-99BC-5E6CD2D241BF}" dt="2025-12-14T13:26:01.967" v="1280" actId="478"/>
          <ac:cxnSpMkLst>
            <pc:docMk/>
            <pc:sldMk cId="3138328494" sldId="593"/>
            <ac:cxnSpMk id="22" creationId="{81EDE438-8EF1-DAE2-D002-54654CE3EE69}"/>
          </ac:cxnSpMkLst>
        </pc:cxnChg>
        <pc:cxnChg chg="add del mod">
          <ac:chgData name="Ronan Ogor" userId="473d6ea9-be06-4609-b78d-125cc115ecf4" providerId="ADAL" clId="{B561F487-D44B-4102-99BC-5E6CD2D241BF}" dt="2025-12-14T13:26:47.392" v="1301" actId="478"/>
          <ac:cxnSpMkLst>
            <pc:docMk/>
            <pc:sldMk cId="3138328494" sldId="593"/>
            <ac:cxnSpMk id="24" creationId="{20E8CE11-11CB-C3BC-14D0-420CE4B3968B}"/>
          </ac:cxnSpMkLst>
        </pc:cxnChg>
        <pc:cxnChg chg="add mod">
          <ac:chgData name="Ronan Ogor" userId="473d6ea9-be06-4609-b78d-125cc115ecf4" providerId="ADAL" clId="{B561F487-D44B-4102-99BC-5E6CD2D241BF}" dt="2025-12-14T13:26:37.997" v="1297" actId="14100"/>
          <ac:cxnSpMkLst>
            <pc:docMk/>
            <pc:sldMk cId="3138328494" sldId="593"/>
            <ac:cxnSpMk id="27" creationId="{C2B3E19C-0294-CF75-7B1A-573E2152D427}"/>
          </ac:cxnSpMkLst>
        </pc:cxnChg>
        <pc:cxnChg chg="add mod">
          <ac:chgData name="Ronan Ogor" userId="473d6ea9-be06-4609-b78d-125cc115ecf4" providerId="ADAL" clId="{B561F487-D44B-4102-99BC-5E6CD2D241BF}" dt="2025-12-14T13:26:44.224" v="1300" actId="14100"/>
          <ac:cxnSpMkLst>
            <pc:docMk/>
            <pc:sldMk cId="3138328494" sldId="593"/>
            <ac:cxnSpMk id="36" creationId="{409ED07B-60D5-0098-9A42-C666AF820C16}"/>
          </ac:cxnSpMkLst>
        </pc:cxnChg>
      </pc:sldChg>
      <pc:sldChg chg="addSp delSp modSp new mod ord">
        <pc:chgData name="Ronan Ogor" userId="473d6ea9-be06-4609-b78d-125cc115ecf4" providerId="ADAL" clId="{B561F487-D44B-4102-99BC-5E6CD2D241BF}" dt="2025-12-14T15:11:36.550" v="3162" actId="1076"/>
        <pc:sldMkLst>
          <pc:docMk/>
          <pc:sldMk cId="76753835" sldId="594"/>
        </pc:sldMkLst>
        <pc:spChg chg="add mod">
          <ac:chgData name="Ronan Ogor" userId="473d6ea9-be06-4609-b78d-125cc115ecf4" providerId="ADAL" clId="{B561F487-D44B-4102-99BC-5E6CD2D241BF}" dt="2025-12-14T15:11:36.550" v="3162" actId="1076"/>
          <ac:spMkLst>
            <pc:docMk/>
            <pc:sldMk cId="76753835" sldId="594"/>
            <ac:spMk id="2" creationId="{24FEF288-58C1-F9EB-6C0D-5961953B4A95}"/>
          </ac:spMkLst>
        </pc:spChg>
        <pc:spChg chg="del">
          <ac:chgData name="Ronan Ogor" userId="473d6ea9-be06-4609-b78d-125cc115ecf4" providerId="ADAL" clId="{B561F487-D44B-4102-99BC-5E6CD2D241BF}" dt="2025-12-14T12:49:39.891" v="671" actId="478"/>
          <ac:spMkLst>
            <pc:docMk/>
            <pc:sldMk cId="76753835" sldId="594"/>
            <ac:spMk id="2" creationId="{8B725E44-13D9-FC26-27CD-E6A6557EDD83}"/>
          </ac:spMkLst>
        </pc:spChg>
        <pc:spChg chg="del">
          <ac:chgData name="Ronan Ogor" userId="473d6ea9-be06-4609-b78d-125cc115ecf4" providerId="ADAL" clId="{B561F487-D44B-4102-99BC-5E6CD2D241BF}" dt="2025-12-14T12:49:41.169" v="672" actId="478"/>
          <ac:spMkLst>
            <pc:docMk/>
            <pc:sldMk cId="76753835" sldId="594"/>
            <ac:spMk id="3" creationId="{F092FEC7-F17E-A5F3-16DF-E4EC3D4C3C75}"/>
          </ac:spMkLst>
        </pc:spChg>
        <pc:spChg chg="add del mod">
          <ac:chgData name="Ronan Ogor" userId="473d6ea9-be06-4609-b78d-125cc115ecf4" providerId="ADAL" clId="{B561F487-D44B-4102-99BC-5E6CD2D241BF}" dt="2025-12-14T13:49:56.951" v="1805" actId="478"/>
          <ac:spMkLst>
            <pc:docMk/>
            <pc:sldMk cId="76753835" sldId="594"/>
            <ac:spMk id="4" creationId="{FCC8581E-7537-35EB-7C94-1429EDB17585}"/>
          </ac:spMkLst>
        </pc:spChg>
        <pc:spChg chg="add mod">
          <ac:chgData name="Ronan Ogor" userId="473d6ea9-be06-4609-b78d-125cc115ecf4" providerId="ADAL" clId="{B561F487-D44B-4102-99BC-5E6CD2D241BF}" dt="2025-12-14T14:07:21.717" v="2189" actId="404"/>
          <ac:spMkLst>
            <pc:docMk/>
            <pc:sldMk cId="76753835" sldId="594"/>
            <ac:spMk id="5" creationId="{02394390-DB15-212F-8740-05AD7CDE4F13}"/>
          </ac:spMkLst>
        </pc:spChg>
        <pc:spChg chg="add del mod">
          <ac:chgData name="Ronan Ogor" userId="473d6ea9-be06-4609-b78d-125cc115ecf4" providerId="ADAL" clId="{B561F487-D44B-4102-99BC-5E6CD2D241BF}" dt="2025-12-14T13:31:09.116" v="1474" actId="478"/>
          <ac:spMkLst>
            <pc:docMk/>
            <pc:sldMk cId="76753835" sldId="594"/>
            <ac:spMk id="6" creationId="{9B6A55A7-89E7-8573-48EC-38F64627FC8F}"/>
          </ac:spMkLst>
        </pc:spChg>
        <pc:spChg chg="add del mod">
          <ac:chgData name="Ronan Ogor" userId="473d6ea9-be06-4609-b78d-125cc115ecf4" providerId="ADAL" clId="{B561F487-D44B-4102-99BC-5E6CD2D241BF}" dt="2025-12-14T13:30:41.933" v="1452" actId="478"/>
          <ac:spMkLst>
            <pc:docMk/>
            <pc:sldMk cId="76753835" sldId="594"/>
            <ac:spMk id="9" creationId="{DF2846F6-4BEB-ECA0-591D-BBEBD0A89BCD}"/>
          </ac:spMkLst>
        </pc:spChg>
        <pc:spChg chg="add mod">
          <ac:chgData name="Ronan Ogor" userId="473d6ea9-be06-4609-b78d-125cc115ecf4" providerId="ADAL" clId="{B561F487-D44B-4102-99BC-5E6CD2D241BF}" dt="2025-12-14T14:07:41.055" v="2213" actId="20577"/>
          <ac:spMkLst>
            <pc:docMk/>
            <pc:sldMk cId="76753835" sldId="594"/>
            <ac:spMk id="10" creationId="{A3176A7F-F0A7-08D2-0478-BC8CF739D47C}"/>
          </ac:spMkLst>
        </pc:spChg>
        <pc:spChg chg="add mod">
          <ac:chgData name="Ronan Ogor" userId="473d6ea9-be06-4609-b78d-125cc115ecf4" providerId="ADAL" clId="{B561F487-D44B-4102-99BC-5E6CD2D241BF}" dt="2025-12-14T14:07:55.779" v="2222" actId="1076"/>
          <ac:spMkLst>
            <pc:docMk/>
            <pc:sldMk cId="76753835" sldId="594"/>
            <ac:spMk id="11" creationId="{66627B5A-AE17-33A8-459D-1F03AA0B9642}"/>
          </ac:spMkLst>
        </pc:spChg>
        <pc:spChg chg="add mod">
          <ac:chgData name="Ronan Ogor" userId="473d6ea9-be06-4609-b78d-125cc115ecf4" providerId="ADAL" clId="{B561F487-D44B-4102-99BC-5E6CD2D241BF}" dt="2025-12-14T13:56:50.175" v="1926" actId="113"/>
          <ac:spMkLst>
            <pc:docMk/>
            <pc:sldMk cId="76753835" sldId="594"/>
            <ac:spMk id="12" creationId="{E65CE229-E206-B7BD-59D0-AC3EE3311106}"/>
          </ac:spMkLst>
        </pc:spChg>
        <pc:spChg chg="add mod">
          <ac:chgData name="Ronan Ogor" userId="473d6ea9-be06-4609-b78d-125cc115ecf4" providerId="ADAL" clId="{B561F487-D44B-4102-99BC-5E6CD2D241BF}" dt="2025-12-14T13:45:39.838" v="1616" actId="1076"/>
          <ac:spMkLst>
            <pc:docMk/>
            <pc:sldMk cId="76753835" sldId="594"/>
            <ac:spMk id="15" creationId="{36EAAC4F-E996-0FAF-30DD-C05FDEB8802E}"/>
          </ac:spMkLst>
        </pc:spChg>
        <pc:spChg chg="add mod">
          <ac:chgData name="Ronan Ogor" userId="473d6ea9-be06-4609-b78d-125cc115ecf4" providerId="ADAL" clId="{B561F487-D44B-4102-99BC-5E6CD2D241BF}" dt="2025-12-14T13:45:47.615" v="1619" actId="1076"/>
          <ac:spMkLst>
            <pc:docMk/>
            <pc:sldMk cId="76753835" sldId="594"/>
            <ac:spMk id="16" creationId="{89A52409-BE9F-164D-2638-7F7F3BEF9B62}"/>
          </ac:spMkLst>
        </pc:spChg>
        <pc:spChg chg="add mod">
          <ac:chgData name="Ronan Ogor" userId="473d6ea9-be06-4609-b78d-125cc115ecf4" providerId="ADAL" clId="{B561F487-D44B-4102-99BC-5E6CD2D241BF}" dt="2025-12-14T13:45:57.887" v="1620" actId="571"/>
          <ac:spMkLst>
            <pc:docMk/>
            <pc:sldMk cId="76753835" sldId="594"/>
            <ac:spMk id="17" creationId="{4A1B224F-B48E-937D-30E1-F898AE2BC302}"/>
          </ac:spMkLst>
        </pc:spChg>
        <pc:picChg chg="add del mod">
          <ac:chgData name="Ronan Ogor" userId="473d6ea9-be06-4609-b78d-125cc115ecf4" providerId="ADAL" clId="{B561F487-D44B-4102-99BC-5E6CD2D241BF}" dt="2025-12-14T13:45:16.326" v="1608" actId="478"/>
          <ac:picMkLst>
            <pc:docMk/>
            <pc:sldMk cId="76753835" sldId="594"/>
            <ac:picMk id="8" creationId="{61C84020-1ABF-721C-9935-4C4488A2D9DD}"/>
          </ac:picMkLst>
        </pc:picChg>
        <pc:picChg chg="add mod">
          <ac:chgData name="Ronan Ogor" userId="473d6ea9-be06-4609-b78d-125cc115ecf4" providerId="ADAL" clId="{B561F487-D44B-4102-99BC-5E6CD2D241BF}" dt="2025-12-14T13:45:21.334" v="1611" actId="1076"/>
          <ac:picMkLst>
            <pc:docMk/>
            <pc:sldMk cId="76753835" sldId="594"/>
            <ac:picMk id="14" creationId="{3DACC56E-25AD-B83A-B131-04708095907C}"/>
          </ac:picMkLst>
        </pc:picChg>
        <pc:cxnChg chg="add mod">
          <ac:chgData name="Ronan Ogor" userId="473d6ea9-be06-4609-b78d-125cc115ecf4" providerId="ADAL" clId="{B561F487-D44B-4102-99BC-5E6CD2D241BF}" dt="2025-12-14T13:46:06.937" v="1623" actId="1582"/>
          <ac:cxnSpMkLst>
            <pc:docMk/>
            <pc:sldMk cId="76753835" sldId="594"/>
            <ac:cxnSpMk id="19" creationId="{DFEFF364-8B13-32BA-112E-C4D6CDE779E2}"/>
          </ac:cxnSpMkLst>
        </pc:cxnChg>
        <pc:cxnChg chg="add mod">
          <ac:chgData name="Ronan Ogor" userId="473d6ea9-be06-4609-b78d-125cc115ecf4" providerId="ADAL" clId="{B561F487-D44B-4102-99BC-5E6CD2D241BF}" dt="2025-12-14T13:46:13.074" v="1626" actId="1076"/>
          <ac:cxnSpMkLst>
            <pc:docMk/>
            <pc:sldMk cId="76753835" sldId="594"/>
            <ac:cxnSpMk id="20" creationId="{D5FF5A86-EE5D-B15D-A159-2C09043725B6}"/>
          </ac:cxnSpMkLst>
        </pc:cxnChg>
      </pc:sldChg>
      <pc:sldChg chg="addSp delSp modSp add del mod">
        <pc:chgData name="Ronan Ogor" userId="473d6ea9-be06-4609-b78d-125cc115ecf4" providerId="ADAL" clId="{B561F487-D44B-4102-99BC-5E6CD2D241BF}" dt="2025-12-14T15:02:00.775" v="2828" actId="47"/>
        <pc:sldMkLst>
          <pc:docMk/>
          <pc:sldMk cId="1942403447" sldId="595"/>
        </pc:sldMkLst>
        <pc:spChg chg="add mod">
          <ac:chgData name="Ronan Ogor" userId="473d6ea9-be06-4609-b78d-125cc115ecf4" providerId="ADAL" clId="{B561F487-D44B-4102-99BC-5E6CD2D241BF}" dt="2025-12-14T14:32:12.036" v="2606" actId="113"/>
          <ac:spMkLst>
            <pc:docMk/>
            <pc:sldMk cId="1942403447" sldId="595"/>
            <ac:spMk id="2" creationId="{25D13536-1970-1298-D8E1-BE5AE5EEEF97}"/>
          </ac:spMkLst>
        </pc:spChg>
        <pc:spChg chg="mod">
          <ac:chgData name="Ronan Ogor" userId="473d6ea9-be06-4609-b78d-125cc115ecf4" providerId="ADAL" clId="{B561F487-D44B-4102-99BC-5E6CD2D241BF}" dt="2025-12-14T14:30:34.232" v="2580" actId="5793"/>
          <ac:spMkLst>
            <pc:docMk/>
            <pc:sldMk cId="1942403447" sldId="595"/>
            <ac:spMk id="11" creationId="{3E905BD9-4AB9-6151-A287-9F8D62EFBC2B}"/>
          </ac:spMkLst>
        </pc:spChg>
        <pc:spChg chg="del">
          <ac:chgData name="Ronan Ogor" userId="473d6ea9-be06-4609-b78d-125cc115ecf4" providerId="ADAL" clId="{B561F487-D44B-4102-99BC-5E6CD2D241BF}" dt="2025-12-14T14:30:59.056" v="2586" actId="478"/>
          <ac:spMkLst>
            <pc:docMk/>
            <pc:sldMk cId="1942403447" sldId="595"/>
            <ac:spMk id="18" creationId="{88661B6D-CAE6-DC79-B6D1-A5304C01CB84}"/>
          </ac:spMkLst>
        </pc:spChg>
        <pc:spChg chg="mod">
          <ac:chgData name="Ronan Ogor" userId="473d6ea9-be06-4609-b78d-125cc115ecf4" providerId="ADAL" clId="{B561F487-D44B-4102-99BC-5E6CD2D241BF}" dt="2025-12-14T14:32:14.814" v="2608" actId="207"/>
          <ac:spMkLst>
            <pc:docMk/>
            <pc:sldMk cId="1942403447" sldId="595"/>
            <ac:spMk id="19" creationId="{E0DE3EF0-CA32-AF47-84C4-B76F1DD501A6}"/>
          </ac:spMkLst>
        </pc:spChg>
        <pc:spChg chg="mod">
          <ac:chgData name="Ronan Ogor" userId="473d6ea9-be06-4609-b78d-125cc115ecf4" providerId="ADAL" clId="{B561F487-D44B-4102-99BC-5E6CD2D241BF}" dt="2025-12-14T14:32:00.962" v="2602" actId="207"/>
          <ac:spMkLst>
            <pc:docMk/>
            <pc:sldMk cId="1942403447" sldId="595"/>
            <ac:spMk id="21" creationId="{37829E2E-1D5F-C21E-A4D8-6BC6493A81AF}"/>
          </ac:spMkLst>
        </pc:spChg>
        <pc:spChg chg="del">
          <ac:chgData name="Ronan Ogor" userId="473d6ea9-be06-4609-b78d-125cc115ecf4" providerId="ADAL" clId="{B561F487-D44B-4102-99BC-5E6CD2D241BF}" dt="2025-12-14T14:30:56.418" v="2585" actId="478"/>
          <ac:spMkLst>
            <pc:docMk/>
            <pc:sldMk cId="1942403447" sldId="595"/>
            <ac:spMk id="22" creationId="{D69BFDBA-4C6D-8DCA-A621-0B02420C9426}"/>
          </ac:spMkLst>
        </pc:spChg>
        <pc:spChg chg="del">
          <ac:chgData name="Ronan Ogor" userId="473d6ea9-be06-4609-b78d-125cc115ecf4" providerId="ADAL" clId="{B561F487-D44B-4102-99BC-5E6CD2D241BF}" dt="2025-12-14T14:30:56.418" v="2585" actId="478"/>
          <ac:spMkLst>
            <pc:docMk/>
            <pc:sldMk cId="1942403447" sldId="595"/>
            <ac:spMk id="23" creationId="{99CA5705-D7B1-AEAE-FCE7-101C807CD8CC}"/>
          </ac:spMkLst>
        </pc:spChg>
        <pc:cxnChg chg="add mod">
          <ac:chgData name="Ronan Ogor" userId="473d6ea9-be06-4609-b78d-125cc115ecf4" providerId="ADAL" clId="{B561F487-D44B-4102-99BC-5E6CD2D241BF}" dt="2025-12-14T14:32:06.339" v="2604" actId="1582"/>
          <ac:cxnSpMkLst>
            <pc:docMk/>
            <pc:sldMk cId="1942403447" sldId="595"/>
            <ac:cxnSpMk id="5" creationId="{738922C2-1B3E-93ED-173E-98EC21B63DA6}"/>
          </ac:cxnSpMkLst>
        </pc:cxnChg>
      </pc:sldChg>
      <pc:sldChg chg="addSp modSp add del mod">
        <pc:chgData name="Ronan Ogor" userId="473d6ea9-be06-4609-b78d-125cc115ecf4" providerId="ADAL" clId="{B561F487-D44B-4102-99BC-5E6CD2D241BF}" dt="2025-12-14T15:02:06.993" v="2829" actId="47"/>
        <pc:sldMkLst>
          <pc:docMk/>
          <pc:sldMk cId="2254565893" sldId="596"/>
        </pc:sldMkLst>
        <pc:spChg chg="mod">
          <ac:chgData name="Ronan Ogor" userId="473d6ea9-be06-4609-b78d-125cc115ecf4" providerId="ADAL" clId="{B561F487-D44B-4102-99BC-5E6CD2D241BF}" dt="2025-12-14T14:35:22.756" v="2645" actId="14100"/>
          <ac:spMkLst>
            <pc:docMk/>
            <pc:sldMk cId="2254565893" sldId="596"/>
            <ac:spMk id="2" creationId="{980761FB-331C-30FA-5B54-CA41CC8B2C4A}"/>
          </ac:spMkLst>
        </pc:spChg>
        <pc:spChg chg="mod">
          <ac:chgData name="Ronan Ogor" userId="473d6ea9-be06-4609-b78d-125cc115ecf4" providerId="ADAL" clId="{B561F487-D44B-4102-99BC-5E6CD2D241BF}" dt="2025-12-14T14:34:11.969" v="2630" actId="20577"/>
          <ac:spMkLst>
            <pc:docMk/>
            <pc:sldMk cId="2254565893" sldId="596"/>
            <ac:spMk id="11" creationId="{A53E294E-4AAC-CCA5-7492-3885F196E9B8}"/>
          </ac:spMkLst>
        </pc:spChg>
        <pc:spChg chg="add mod">
          <ac:chgData name="Ronan Ogor" userId="473d6ea9-be06-4609-b78d-125cc115ecf4" providerId="ADAL" clId="{B561F487-D44B-4102-99BC-5E6CD2D241BF}" dt="2025-12-14T14:32:51.405" v="2628"/>
          <ac:spMkLst>
            <pc:docMk/>
            <pc:sldMk cId="2254565893" sldId="596"/>
            <ac:spMk id="18" creationId="{1CF32191-8A1B-F29C-1828-D88586689A0B}"/>
          </ac:spMkLst>
        </pc:spChg>
        <pc:spChg chg="mod">
          <ac:chgData name="Ronan Ogor" userId="473d6ea9-be06-4609-b78d-125cc115ecf4" providerId="ADAL" clId="{B561F487-D44B-4102-99BC-5E6CD2D241BF}" dt="2025-12-14T14:35:17.305" v="2643" actId="403"/>
          <ac:spMkLst>
            <pc:docMk/>
            <pc:sldMk cId="2254565893" sldId="596"/>
            <ac:spMk id="19" creationId="{647509F6-B471-2E9D-0B44-8D17F0FDE28F}"/>
          </ac:spMkLst>
        </pc:spChg>
        <pc:spChg chg="mod">
          <ac:chgData name="Ronan Ogor" userId="473d6ea9-be06-4609-b78d-125cc115ecf4" providerId="ADAL" clId="{B561F487-D44B-4102-99BC-5E6CD2D241BF}" dt="2025-12-14T14:34:34.387" v="2632"/>
          <ac:spMkLst>
            <pc:docMk/>
            <pc:sldMk cId="2254565893" sldId="596"/>
            <ac:spMk id="21" creationId="{64F3B0D6-FAEB-ECC3-42AE-9A9F978B4E2F}"/>
          </ac:spMkLst>
        </pc:spChg>
      </pc:sldChg>
      <pc:sldChg chg="delSp modSp add mod">
        <pc:chgData name="Ronan Ogor" userId="473d6ea9-be06-4609-b78d-125cc115ecf4" providerId="ADAL" clId="{B561F487-D44B-4102-99BC-5E6CD2D241BF}" dt="2025-12-14T15:05:24.142" v="2954" actId="113"/>
        <pc:sldMkLst>
          <pc:docMk/>
          <pc:sldMk cId="1108884382" sldId="597"/>
        </pc:sldMkLst>
        <pc:spChg chg="mod">
          <ac:chgData name="Ronan Ogor" userId="473d6ea9-be06-4609-b78d-125cc115ecf4" providerId="ADAL" clId="{B561F487-D44B-4102-99BC-5E6CD2D241BF}" dt="2025-12-14T15:05:24.142" v="2954" actId="113"/>
          <ac:spMkLst>
            <pc:docMk/>
            <pc:sldMk cId="1108884382" sldId="597"/>
            <ac:spMk id="3" creationId="{84B39E6A-ABE8-BBBA-C216-D564F27B8645}"/>
          </ac:spMkLst>
        </pc:spChg>
        <pc:spChg chg="del">
          <ac:chgData name="Ronan Ogor" userId="473d6ea9-be06-4609-b78d-125cc115ecf4" providerId="ADAL" clId="{B561F487-D44B-4102-99BC-5E6CD2D241BF}" dt="2025-12-14T15:03:41.041" v="2921" actId="478"/>
          <ac:spMkLst>
            <pc:docMk/>
            <pc:sldMk cId="1108884382" sldId="597"/>
            <ac:spMk id="7" creationId="{7E7F555F-585D-6876-022C-723B6157A21A}"/>
          </ac:spMkLst>
        </pc:spChg>
        <pc:spChg chg="del">
          <ac:chgData name="Ronan Ogor" userId="473d6ea9-be06-4609-b78d-125cc115ecf4" providerId="ADAL" clId="{B561F487-D44B-4102-99BC-5E6CD2D241BF}" dt="2025-12-14T15:03:41.041" v="2921" actId="478"/>
          <ac:spMkLst>
            <pc:docMk/>
            <pc:sldMk cId="1108884382" sldId="597"/>
            <ac:spMk id="9" creationId="{32923D62-39E6-7629-357F-97525603A2F1}"/>
          </ac:spMkLst>
        </pc:spChg>
        <pc:spChg chg="mod">
          <ac:chgData name="Ronan Ogor" userId="473d6ea9-be06-4609-b78d-125cc115ecf4" providerId="ADAL" clId="{B561F487-D44B-4102-99BC-5E6CD2D241BF}" dt="2025-12-14T14:50:15.665" v="2819" actId="207"/>
          <ac:spMkLst>
            <pc:docMk/>
            <pc:sldMk cId="1108884382" sldId="597"/>
            <ac:spMk id="19" creationId="{C07268E3-78BB-98F7-44F8-A2E6E079EC20}"/>
          </ac:spMkLst>
        </pc:spChg>
        <pc:spChg chg="mod">
          <ac:chgData name="Ronan Ogor" userId="473d6ea9-be06-4609-b78d-125cc115ecf4" providerId="ADAL" clId="{B561F487-D44B-4102-99BC-5E6CD2D241BF}" dt="2025-12-14T14:44:23.830" v="2708" actId="1076"/>
          <ac:spMkLst>
            <pc:docMk/>
            <pc:sldMk cId="1108884382" sldId="597"/>
            <ac:spMk id="21" creationId="{553BFBEE-D266-5EB5-91FA-9DEB2218EA05}"/>
          </ac:spMkLst>
        </pc:spChg>
        <pc:picChg chg="del">
          <ac:chgData name="Ronan Ogor" userId="473d6ea9-be06-4609-b78d-125cc115ecf4" providerId="ADAL" clId="{B561F487-D44B-4102-99BC-5E6CD2D241BF}" dt="2025-12-14T15:03:41.041" v="2921" actId="478"/>
          <ac:picMkLst>
            <pc:docMk/>
            <pc:sldMk cId="1108884382" sldId="597"/>
            <ac:picMk id="14" creationId="{5D157441-A758-56D7-912D-E16364072B74}"/>
          </ac:picMkLst>
        </pc:picChg>
        <pc:cxnChg chg="mod">
          <ac:chgData name="Ronan Ogor" userId="473d6ea9-be06-4609-b78d-125cc115ecf4" providerId="ADAL" clId="{B561F487-D44B-4102-99BC-5E6CD2D241BF}" dt="2025-12-14T14:44:26.322" v="2709" actId="14100"/>
          <ac:cxnSpMkLst>
            <pc:docMk/>
            <pc:sldMk cId="1108884382" sldId="597"/>
            <ac:cxnSpMk id="25" creationId="{E2FFBB1D-36B1-D88B-F97F-FF31032C5CAB}"/>
          </ac:cxnSpMkLst>
        </pc:cxnChg>
      </pc:sldChg>
      <pc:sldChg chg="delSp modSp add mod">
        <pc:chgData name="Ronan Ogor" userId="473d6ea9-be06-4609-b78d-125cc115ecf4" providerId="ADAL" clId="{B561F487-D44B-4102-99BC-5E6CD2D241BF}" dt="2025-12-14T15:05:22.882" v="2953" actId="113"/>
        <pc:sldMkLst>
          <pc:docMk/>
          <pc:sldMk cId="418596558" sldId="598"/>
        </pc:sldMkLst>
        <pc:spChg chg="mod">
          <ac:chgData name="Ronan Ogor" userId="473d6ea9-be06-4609-b78d-125cc115ecf4" providerId="ADAL" clId="{B561F487-D44B-4102-99BC-5E6CD2D241BF}" dt="2025-12-14T15:05:22.882" v="2953" actId="113"/>
          <ac:spMkLst>
            <pc:docMk/>
            <pc:sldMk cId="418596558" sldId="598"/>
            <ac:spMk id="3" creationId="{8F243E74-B107-970A-E9CD-3347590622FD}"/>
          </ac:spMkLst>
        </pc:spChg>
        <pc:spChg chg="del">
          <ac:chgData name="Ronan Ogor" userId="473d6ea9-be06-4609-b78d-125cc115ecf4" providerId="ADAL" clId="{B561F487-D44B-4102-99BC-5E6CD2D241BF}" dt="2025-12-14T15:03:43.503" v="2922" actId="478"/>
          <ac:spMkLst>
            <pc:docMk/>
            <pc:sldMk cId="418596558" sldId="598"/>
            <ac:spMk id="7" creationId="{09043267-AC09-75A3-6DCC-164FA47211F7}"/>
          </ac:spMkLst>
        </pc:spChg>
        <pc:spChg chg="del">
          <ac:chgData name="Ronan Ogor" userId="473d6ea9-be06-4609-b78d-125cc115ecf4" providerId="ADAL" clId="{B561F487-D44B-4102-99BC-5E6CD2D241BF}" dt="2025-12-14T15:03:43.503" v="2922" actId="478"/>
          <ac:spMkLst>
            <pc:docMk/>
            <pc:sldMk cId="418596558" sldId="598"/>
            <ac:spMk id="9" creationId="{8B0F3627-BB67-90A4-256F-BF01C907D087}"/>
          </ac:spMkLst>
        </pc:spChg>
        <pc:spChg chg="mod">
          <ac:chgData name="Ronan Ogor" userId="473d6ea9-be06-4609-b78d-125cc115ecf4" providerId="ADAL" clId="{B561F487-D44B-4102-99BC-5E6CD2D241BF}" dt="2025-12-14T14:45:19.510" v="2734" actId="20577"/>
          <ac:spMkLst>
            <pc:docMk/>
            <pc:sldMk cId="418596558" sldId="598"/>
            <ac:spMk id="21" creationId="{8B00A422-6EE2-3B7F-1537-77373F8EAC19}"/>
          </ac:spMkLst>
        </pc:spChg>
        <pc:picChg chg="del">
          <ac:chgData name="Ronan Ogor" userId="473d6ea9-be06-4609-b78d-125cc115ecf4" providerId="ADAL" clId="{B561F487-D44B-4102-99BC-5E6CD2D241BF}" dt="2025-12-14T15:03:43.503" v="2922" actId="478"/>
          <ac:picMkLst>
            <pc:docMk/>
            <pc:sldMk cId="418596558" sldId="598"/>
            <ac:picMk id="14" creationId="{3360C7DD-2F79-4E48-8DEB-6F0F93B5AA09}"/>
          </ac:picMkLst>
        </pc:picChg>
        <pc:cxnChg chg="mod">
          <ac:chgData name="Ronan Ogor" userId="473d6ea9-be06-4609-b78d-125cc115ecf4" providerId="ADAL" clId="{B561F487-D44B-4102-99BC-5E6CD2D241BF}" dt="2025-12-14T14:45:14.494" v="2729" actId="14100"/>
          <ac:cxnSpMkLst>
            <pc:docMk/>
            <pc:sldMk cId="418596558" sldId="598"/>
            <ac:cxnSpMk id="25" creationId="{34506400-6F4F-294C-135C-86E252E586D9}"/>
          </ac:cxnSpMkLst>
        </pc:cxnChg>
      </pc:sldChg>
      <pc:sldChg chg="delSp modSp add mod">
        <pc:chgData name="Ronan Ogor" userId="473d6ea9-be06-4609-b78d-125cc115ecf4" providerId="ADAL" clId="{B561F487-D44B-4102-99BC-5E6CD2D241BF}" dt="2025-12-14T15:05:21.647" v="2952" actId="113"/>
        <pc:sldMkLst>
          <pc:docMk/>
          <pc:sldMk cId="3390142507" sldId="599"/>
        </pc:sldMkLst>
        <pc:spChg chg="mod">
          <ac:chgData name="Ronan Ogor" userId="473d6ea9-be06-4609-b78d-125cc115ecf4" providerId="ADAL" clId="{B561F487-D44B-4102-99BC-5E6CD2D241BF}" dt="2025-12-14T15:05:21.647" v="2952" actId="113"/>
          <ac:spMkLst>
            <pc:docMk/>
            <pc:sldMk cId="3390142507" sldId="599"/>
            <ac:spMk id="3" creationId="{133BD65F-4B43-186F-1225-35C7A3DE3DD7}"/>
          </ac:spMkLst>
        </pc:spChg>
        <pc:spChg chg="del">
          <ac:chgData name="Ronan Ogor" userId="473d6ea9-be06-4609-b78d-125cc115ecf4" providerId="ADAL" clId="{B561F487-D44B-4102-99BC-5E6CD2D241BF}" dt="2025-12-14T15:03:44.892" v="2923" actId="478"/>
          <ac:spMkLst>
            <pc:docMk/>
            <pc:sldMk cId="3390142507" sldId="599"/>
            <ac:spMk id="7" creationId="{DD8D1662-4173-AA3C-5923-B3523382B69A}"/>
          </ac:spMkLst>
        </pc:spChg>
        <pc:spChg chg="del">
          <ac:chgData name="Ronan Ogor" userId="473d6ea9-be06-4609-b78d-125cc115ecf4" providerId="ADAL" clId="{B561F487-D44B-4102-99BC-5E6CD2D241BF}" dt="2025-12-14T15:03:44.892" v="2923" actId="478"/>
          <ac:spMkLst>
            <pc:docMk/>
            <pc:sldMk cId="3390142507" sldId="599"/>
            <ac:spMk id="9" creationId="{C0ABE44C-60F5-E792-12DF-83748573C59A}"/>
          </ac:spMkLst>
        </pc:spChg>
        <pc:spChg chg="mod">
          <ac:chgData name="Ronan Ogor" userId="473d6ea9-be06-4609-b78d-125cc115ecf4" providerId="ADAL" clId="{B561F487-D44B-4102-99BC-5E6CD2D241BF}" dt="2025-12-14T14:50:24.500" v="2821" actId="207"/>
          <ac:spMkLst>
            <pc:docMk/>
            <pc:sldMk cId="3390142507" sldId="599"/>
            <ac:spMk id="19" creationId="{B447ED0E-EC86-3D05-3F17-2C0B860F5C92}"/>
          </ac:spMkLst>
        </pc:spChg>
        <pc:spChg chg="mod">
          <ac:chgData name="Ronan Ogor" userId="473d6ea9-be06-4609-b78d-125cc115ecf4" providerId="ADAL" clId="{B561F487-D44B-4102-99BC-5E6CD2D241BF}" dt="2025-12-14T14:45:50.277" v="2742" actId="20577"/>
          <ac:spMkLst>
            <pc:docMk/>
            <pc:sldMk cId="3390142507" sldId="599"/>
            <ac:spMk id="21" creationId="{BA462481-BF77-7A13-0BCE-77B716836DBA}"/>
          </ac:spMkLst>
        </pc:spChg>
        <pc:picChg chg="del">
          <ac:chgData name="Ronan Ogor" userId="473d6ea9-be06-4609-b78d-125cc115ecf4" providerId="ADAL" clId="{B561F487-D44B-4102-99BC-5E6CD2D241BF}" dt="2025-12-14T15:03:44.892" v="2923" actId="478"/>
          <ac:picMkLst>
            <pc:docMk/>
            <pc:sldMk cId="3390142507" sldId="599"/>
            <ac:picMk id="14" creationId="{C37EB471-A1D6-0520-A1E1-A65EECFE6B63}"/>
          </ac:picMkLst>
        </pc:picChg>
        <pc:cxnChg chg="mod">
          <ac:chgData name="Ronan Ogor" userId="473d6ea9-be06-4609-b78d-125cc115ecf4" providerId="ADAL" clId="{B561F487-D44B-4102-99BC-5E6CD2D241BF}" dt="2025-12-14T14:45:29.715" v="2736" actId="14100"/>
          <ac:cxnSpMkLst>
            <pc:docMk/>
            <pc:sldMk cId="3390142507" sldId="599"/>
            <ac:cxnSpMk id="25" creationId="{D661DC18-ADB5-7557-D3F8-0E1BE347C3C8}"/>
          </ac:cxnSpMkLst>
        </pc:cxnChg>
      </pc:sldChg>
      <pc:sldChg chg="addSp delSp modSp add mod">
        <pc:chgData name="Ronan Ogor" userId="473d6ea9-be06-4609-b78d-125cc115ecf4" providerId="ADAL" clId="{B561F487-D44B-4102-99BC-5E6CD2D241BF}" dt="2025-12-14T15:05:20.346" v="2951" actId="113"/>
        <pc:sldMkLst>
          <pc:docMk/>
          <pc:sldMk cId="1015328189" sldId="600"/>
        </pc:sldMkLst>
        <pc:spChg chg="mod">
          <ac:chgData name="Ronan Ogor" userId="473d6ea9-be06-4609-b78d-125cc115ecf4" providerId="ADAL" clId="{B561F487-D44B-4102-99BC-5E6CD2D241BF}" dt="2025-12-14T15:05:20.346" v="2951" actId="113"/>
          <ac:spMkLst>
            <pc:docMk/>
            <pc:sldMk cId="1015328189" sldId="600"/>
            <ac:spMk id="3" creationId="{B8281898-7EED-7608-A680-CA264488E7CE}"/>
          </ac:spMkLst>
        </pc:spChg>
        <pc:spChg chg="del">
          <ac:chgData name="Ronan Ogor" userId="473d6ea9-be06-4609-b78d-125cc115ecf4" providerId="ADAL" clId="{B561F487-D44B-4102-99BC-5E6CD2D241BF}" dt="2025-12-14T15:03:46.773" v="2924" actId="478"/>
          <ac:spMkLst>
            <pc:docMk/>
            <pc:sldMk cId="1015328189" sldId="600"/>
            <ac:spMk id="7" creationId="{D37F1526-CC2B-8A15-62A0-5BE0ABD26EB9}"/>
          </ac:spMkLst>
        </pc:spChg>
        <pc:spChg chg="del">
          <ac:chgData name="Ronan Ogor" userId="473d6ea9-be06-4609-b78d-125cc115ecf4" providerId="ADAL" clId="{B561F487-D44B-4102-99BC-5E6CD2D241BF}" dt="2025-12-14T15:03:46.773" v="2924" actId="478"/>
          <ac:spMkLst>
            <pc:docMk/>
            <pc:sldMk cId="1015328189" sldId="600"/>
            <ac:spMk id="9" creationId="{BBA1755F-FD4F-7C69-46FE-7A43AA8BA960}"/>
          </ac:spMkLst>
        </pc:spChg>
        <pc:spChg chg="mod">
          <ac:chgData name="Ronan Ogor" userId="473d6ea9-be06-4609-b78d-125cc115ecf4" providerId="ADAL" clId="{B561F487-D44B-4102-99BC-5E6CD2D241BF}" dt="2025-12-14T14:50:29.119" v="2823" actId="207"/>
          <ac:spMkLst>
            <pc:docMk/>
            <pc:sldMk cId="1015328189" sldId="600"/>
            <ac:spMk id="19" creationId="{763796BE-8724-DB8D-F0DA-B67EAADC8FCB}"/>
          </ac:spMkLst>
        </pc:spChg>
        <pc:spChg chg="mod">
          <ac:chgData name="Ronan Ogor" userId="473d6ea9-be06-4609-b78d-125cc115ecf4" providerId="ADAL" clId="{B561F487-D44B-4102-99BC-5E6CD2D241BF}" dt="2025-12-14T14:46:17.437" v="2753"/>
          <ac:spMkLst>
            <pc:docMk/>
            <pc:sldMk cId="1015328189" sldId="600"/>
            <ac:spMk id="21" creationId="{B02FF42A-A9A5-5386-868D-AA53B7C8584C}"/>
          </ac:spMkLst>
        </pc:spChg>
        <pc:picChg chg="del">
          <ac:chgData name="Ronan Ogor" userId="473d6ea9-be06-4609-b78d-125cc115ecf4" providerId="ADAL" clId="{B561F487-D44B-4102-99BC-5E6CD2D241BF}" dt="2025-12-14T15:03:46.773" v="2924" actId="478"/>
          <ac:picMkLst>
            <pc:docMk/>
            <pc:sldMk cId="1015328189" sldId="600"/>
            <ac:picMk id="14" creationId="{5B201F23-B0B9-AE41-9F56-77F3CD08FF79}"/>
          </ac:picMkLst>
        </pc:picChg>
        <pc:cxnChg chg="add mod">
          <ac:chgData name="Ronan Ogor" userId="473d6ea9-be06-4609-b78d-125cc115ecf4" providerId="ADAL" clId="{B561F487-D44B-4102-99BC-5E6CD2D241BF}" dt="2025-12-14T14:46:00.325" v="2745" actId="571"/>
          <ac:cxnSpMkLst>
            <pc:docMk/>
            <pc:sldMk cId="1015328189" sldId="600"/>
            <ac:cxnSpMk id="2" creationId="{45B602B6-A26A-EE13-F0A8-1B03AF2AB52E}"/>
          </ac:cxnSpMkLst>
        </pc:cxnChg>
        <pc:cxnChg chg="mod">
          <ac:chgData name="Ronan Ogor" userId="473d6ea9-be06-4609-b78d-125cc115ecf4" providerId="ADAL" clId="{B561F487-D44B-4102-99BC-5E6CD2D241BF}" dt="2025-12-14T14:46:04.367" v="2747" actId="14100"/>
          <ac:cxnSpMkLst>
            <pc:docMk/>
            <pc:sldMk cId="1015328189" sldId="600"/>
            <ac:cxnSpMk id="25" creationId="{ECBCD4B5-4BE5-DDD6-1ADF-A5DFC3523EE0}"/>
          </ac:cxnSpMkLst>
        </pc:cxnChg>
      </pc:sldChg>
      <pc:sldChg chg="delSp modSp add mod">
        <pc:chgData name="Ronan Ogor" userId="473d6ea9-be06-4609-b78d-125cc115ecf4" providerId="ADAL" clId="{B561F487-D44B-4102-99BC-5E6CD2D241BF}" dt="2025-12-14T15:05:17.102" v="2950" actId="113"/>
        <pc:sldMkLst>
          <pc:docMk/>
          <pc:sldMk cId="3715386752" sldId="601"/>
        </pc:sldMkLst>
        <pc:spChg chg="mod">
          <ac:chgData name="Ronan Ogor" userId="473d6ea9-be06-4609-b78d-125cc115ecf4" providerId="ADAL" clId="{B561F487-D44B-4102-99BC-5E6CD2D241BF}" dt="2025-12-14T15:05:17.102" v="2950" actId="113"/>
          <ac:spMkLst>
            <pc:docMk/>
            <pc:sldMk cId="3715386752" sldId="601"/>
            <ac:spMk id="3" creationId="{9C75DEDB-EA72-47B0-92B3-DB34505E21AB}"/>
          </ac:spMkLst>
        </pc:spChg>
        <pc:spChg chg="del">
          <ac:chgData name="Ronan Ogor" userId="473d6ea9-be06-4609-b78d-125cc115ecf4" providerId="ADAL" clId="{B561F487-D44B-4102-99BC-5E6CD2D241BF}" dt="2025-12-14T15:03:50.389" v="2925" actId="478"/>
          <ac:spMkLst>
            <pc:docMk/>
            <pc:sldMk cId="3715386752" sldId="601"/>
            <ac:spMk id="7" creationId="{2F1D3014-3190-A18C-9D5D-374280357AF1}"/>
          </ac:spMkLst>
        </pc:spChg>
        <pc:spChg chg="del">
          <ac:chgData name="Ronan Ogor" userId="473d6ea9-be06-4609-b78d-125cc115ecf4" providerId="ADAL" clId="{B561F487-D44B-4102-99BC-5E6CD2D241BF}" dt="2025-12-14T15:03:50.389" v="2925" actId="478"/>
          <ac:spMkLst>
            <pc:docMk/>
            <pc:sldMk cId="3715386752" sldId="601"/>
            <ac:spMk id="9" creationId="{9F8F62A5-4BA7-7FBC-1B66-6164F1B0AA21}"/>
          </ac:spMkLst>
        </pc:spChg>
        <pc:spChg chg="mod">
          <ac:chgData name="Ronan Ogor" userId="473d6ea9-be06-4609-b78d-125cc115ecf4" providerId="ADAL" clId="{B561F487-D44B-4102-99BC-5E6CD2D241BF}" dt="2025-12-14T14:50:34.708" v="2825" actId="207"/>
          <ac:spMkLst>
            <pc:docMk/>
            <pc:sldMk cId="3715386752" sldId="601"/>
            <ac:spMk id="19" creationId="{567CF431-AF8C-07A7-9186-8C6D04E77986}"/>
          </ac:spMkLst>
        </pc:spChg>
        <pc:spChg chg="mod">
          <ac:chgData name="Ronan Ogor" userId="473d6ea9-be06-4609-b78d-125cc115ecf4" providerId="ADAL" clId="{B561F487-D44B-4102-99BC-5E6CD2D241BF}" dt="2025-12-14T14:46:45.808" v="2790" actId="1076"/>
          <ac:spMkLst>
            <pc:docMk/>
            <pc:sldMk cId="3715386752" sldId="601"/>
            <ac:spMk id="21" creationId="{0C5BD7EA-ED52-BF85-B2B2-AB0C3DA78432}"/>
          </ac:spMkLst>
        </pc:spChg>
        <pc:picChg chg="del">
          <ac:chgData name="Ronan Ogor" userId="473d6ea9-be06-4609-b78d-125cc115ecf4" providerId="ADAL" clId="{B561F487-D44B-4102-99BC-5E6CD2D241BF}" dt="2025-12-14T15:03:50.389" v="2925" actId="478"/>
          <ac:picMkLst>
            <pc:docMk/>
            <pc:sldMk cId="3715386752" sldId="601"/>
            <ac:picMk id="14" creationId="{7B80A7F1-1172-BC16-B6DD-65E45449AF22}"/>
          </ac:picMkLst>
        </pc:picChg>
        <pc:cxnChg chg="mod">
          <ac:chgData name="Ronan Ogor" userId="473d6ea9-be06-4609-b78d-125cc115ecf4" providerId="ADAL" clId="{B561F487-D44B-4102-99BC-5E6CD2D241BF}" dt="2025-12-14T14:52:14.276" v="2827" actId="14100"/>
          <ac:cxnSpMkLst>
            <pc:docMk/>
            <pc:sldMk cId="3715386752" sldId="601"/>
            <ac:cxnSpMk id="25" creationId="{50776CA5-3995-7937-CAFB-5FE2E3F50520}"/>
          </ac:cxnSpMkLst>
        </pc:cxnChg>
      </pc:sldChg>
      <pc:sldChg chg="addSp delSp modSp new del mod">
        <pc:chgData name="Ronan Ogor" userId="473d6ea9-be06-4609-b78d-125cc115ecf4" providerId="ADAL" clId="{B561F487-D44B-4102-99BC-5E6CD2D241BF}" dt="2025-12-14T14:47:41.438" v="2814" actId="47"/>
        <pc:sldMkLst>
          <pc:docMk/>
          <pc:sldMk cId="1831358565" sldId="602"/>
        </pc:sldMkLst>
        <pc:spChg chg="del">
          <ac:chgData name="Ronan Ogor" userId="473d6ea9-be06-4609-b78d-125cc115ecf4" providerId="ADAL" clId="{B561F487-D44B-4102-99BC-5E6CD2D241BF}" dt="2025-12-14T14:46:57.873" v="2792" actId="478"/>
          <ac:spMkLst>
            <pc:docMk/>
            <pc:sldMk cId="1831358565" sldId="602"/>
            <ac:spMk id="2" creationId="{D1FEE750-B33F-9E90-DA6E-0658FCFB03D4}"/>
          </ac:spMkLst>
        </pc:spChg>
        <pc:spChg chg="del">
          <ac:chgData name="Ronan Ogor" userId="473d6ea9-be06-4609-b78d-125cc115ecf4" providerId="ADAL" clId="{B561F487-D44B-4102-99BC-5E6CD2D241BF}" dt="2025-12-14T14:46:57.873" v="2792" actId="478"/>
          <ac:spMkLst>
            <pc:docMk/>
            <pc:sldMk cId="1831358565" sldId="602"/>
            <ac:spMk id="3" creationId="{A8E342BB-B1CA-36B3-BB52-D9023C4A6F0D}"/>
          </ac:spMkLst>
        </pc:spChg>
        <pc:spChg chg="add del mod">
          <ac:chgData name="Ronan Ogor" userId="473d6ea9-be06-4609-b78d-125cc115ecf4" providerId="ADAL" clId="{B561F487-D44B-4102-99BC-5E6CD2D241BF}" dt="2025-12-14T14:47:35.134" v="2812" actId="478"/>
          <ac:spMkLst>
            <pc:docMk/>
            <pc:sldMk cId="1831358565" sldId="602"/>
            <ac:spMk id="4" creationId="{AB7D80BA-96A8-76D5-1144-B2D2FF0596FA}"/>
          </ac:spMkLst>
        </pc:spChg>
        <pc:spChg chg="add mod">
          <ac:chgData name="Ronan Ogor" userId="473d6ea9-be06-4609-b78d-125cc115ecf4" providerId="ADAL" clId="{B561F487-D44B-4102-99BC-5E6CD2D241BF}" dt="2025-12-14T14:47:38.559" v="2813" actId="1076"/>
          <ac:spMkLst>
            <pc:docMk/>
            <pc:sldMk cId="1831358565" sldId="602"/>
            <ac:spMk id="5" creationId="{71A8DC70-CC67-22F7-1093-9B0B7A102F15}"/>
          </ac:spMkLst>
        </pc:spChg>
        <pc:spChg chg="add mod">
          <ac:chgData name="Ronan Ogor" userId="473d6ea9-be06-4609-b78d-125cc115ecf4" providerId="ADAL" clId="{B561F487-D44B-4102-99BC-5E6CD2D241BF}" dt="2025-12-14T14:47:05.049" v="2795" actId="1076"/>
          <ac:spMkLst>
            <pc:docMk/>
            <pc:sldMk cId="1831358565" sldId="602"/>
            <ac:spMk id="7" creationId="{B03F9E6D-58FD-4EAC-B4A2-57CB6C372841}"/>
          </ac:spMkLst>
        </pc:spChg>
        <pc:spChg chg="add mod">
          <ac:chgData name="Ronan Ogor" userId="473d6ea9-be06-4609-b78d-125cc115ecf4" providerId="ADAL" clId="{B561F487-D44B-4102-99BC-5E6CD2D241BF}" dt="2025-12-14T14:47:05.049" v="2795" actId="1076"/>
          <ac:spMkLst>
            <pc:docMk/>
            <pc:sldMk cId="1831358565" sldId="602"/>
            <ac:spMk id="9" creationId="{433C49F3-FA83-4E6E-A9FE-523885395004}"/>
          </ac:spMkLst>
        </pc:spChg>
        <pc:picChg chg="add mod">
          <ac:chgData name="Ronan Ogor" userId="473d6ea9-be06-4609-b78d-125cc115ecf4" providerId="ADAL" clId="{B561F487-D44B-4102-99BC-5E6CD2D241BF}" dt="2025-12-14T14:47:05.049" v="2795" actId="1076"/>
          <ac:picMkLst>
            <pc:docMk/>
            <pc:sldMk cId="1831358565" sldId="602"/>
            <ac:picMk id="14" creationId="{F5C87575-C84D-90AA-7D0B-501E9F1EB494}"/>
          </ac:picMkLst>
        </pc:picChg>
      </pc:sldChg>
      <pc:sldChg chg="addSp delSp modSp add mod">
        <pc:chgData name="Ronan Ogor" userId="473d6ea9-be06-4609-b78d-125cc115ecf4" providerId="ADAL" clId="{B561F487-D44B-4102-99BC-5E6CD2D241BF}" dt="2025-12-14T15:03:30.568" v="2919" actId="1076"/>
        <pc:sldMkLst>
          <pc:docMk/>
          <pc:sldMk cId="2694023777" sldId="602"/>
        </pc:sldMkLst>
        <pc:spChg chg="mod">
          <ac:chgData name="Ronan Ogor" userId="473d6ea9-be06-4609-b78d-125cc115ecf4" providerId="ADAL" clId="{B561F487-D44B-4102-99BC-5E6CD2D241BF}" dt="2025-12-14T15:02:32.061" v="2835" actId="20577"/>
          <ac:spMkLst>
            <pc:docMk/>
            <pc:sldMk cId="2694023777" sldId="602"/>
            <ac:spMk id="3" creationId="{9F01FBC1-5F3E-F000-5523-0EF81AF43A9A}"/>
          </ac:spMkLst>
        </pc:spChg>
        <pc:spChg chg="mod">
          <ac:chgData name="Ronan Ogor" userId="473d6ea9-be06-4609-b78d-125cc115ecf4" providerId="ADAL" clId="{B561F487-D44B-4102-99BC-5E6CD2D241BF}" dt="2025-12-14T15:03:30.568" v="2919" actId="1076"/>
          <ac:spMkLst>
            <pc:docMk/>
            <pc:sldMk cId="2694023777" sldId="602"/>
            <ac:spMk id="4" creationId="{4D2DF5C1-D08A-264F-78E6-A05017F28096}"/>
          </ac:spMkLst>
        </pc:spChg>
        <pc:spChg chg="add mod">
          <ac:chgData name="Ronan Ogor" userId="473d6ea9-be06-4609-b78d-125cc115ecf4" providerId="ADAL" clId="{B561F487-D44B-4102-99BC-5E6CD2D241BF}" dt="2025-12-14T15:03:09.603" v="2903" actId="1076"/>
          <ac:spMkLst>
            <pc:docMk/>
            <pc:sldMk cId="2694023777" sldId="602"/>
            <ac:spMk id="5" creationId="{C9292BAD-0A05-8C6A-C881-334810F7A7EF}"/>
          </ac:spMkLst>
        </pc:spChg>
        <pc:spChg chg="mod">
          <ac:chgData name="Ronan Ogor" userId="473d6ea9-be06-4609-b78d-125cc115ecf4" providerId="ADAL" clId="{B561F487-D44B-4102-99BC-5E6CD2D241BF}" dt="2025-12-14T15:03:09.603" v="2903" actId="1076"/>
          <ac:spMkLst>
            <pc:docMk/>
            <pc:sldMk cId="2694023777" sldId="602"/>
            <ac:spMk id="8" creationId="{5A4F1159-A8ED-6867-2D92-8135BF6EEA51}"/>
          </ac:spMkLst>
        </pc:spChg>
        <pc:spChg chg="mod">
          <ac:chgData name="Ronan Ogor" userId="473d6ea9-be06-4609-b78d-125cc115ecf4" providerId="ADAL" clId="{B561F487-D44B-4102-99BC-5E6CD2D241BF}" dt="2025-12-14T15:03:09.603" v="2903" actId="1076"/>
          <ac:spMkLst>
            <pc:docMk/>
            <pc:sldMk cId="2694023777" sldId="602"/>
            <ac:spMk id="9" creationId="{655A9CE4-DFFA-746C-6464-FFBC8D1290B3}"/>
          </ac:spMkLst>
        </pc:spChg>
        <pc:spChg chg="del">
          <ac:chgData name="Ronan Ogor" userId="473d6ea9-be06-4609-b78d-125cc115ecf4" providerId="ADAL" clId="{B561F487-D44B-4102-99BC-5E6CD2D241BF}" dt="2025-12-14T15:02:51.475" v="2896" actId="478"/>
          <ac:spMkLst>
            <pc:docMk/>
            <pc:sldMk cId="2694023777" sldId="602"/>
            <ac:spMk id="10" creationId="{48D4AE0F-A461-AF89-94FD-85D4FC102ABD}"/>
          </ac:spMkLst>
        </pc:spChg>
        <pc:spChg chg="del">
          <ac:chgData name="Ronan Ogor" userId="473d6ea9-be06-4609-b78d-125cc115ecf4" providerId="ADAL" clId="{B561F487-D44B-4102-99BC-5E6CD2D241BF}" dt="2025-12-14T15:02:51.475" v="2896" actId="478"/>
          <ac:spMkLst>
            <pc:docMk/>
            <pc:sldMk cId="2694023777" sldId="602"/>
            <ac:spMk id="11" creationId="{0DA3E6C6-D221-ECAA-9AA9-5C2E0A70245B}"/>
          </ac:spMkLst>
        </pc:spChg>
        <pc:picChg chg="mod">
          <ac:chgData name="Ronan Ogor" userId="473d6ea9-be06-4609-b78d-125cc115ecf4" providerId="ADAL" clId="{B561F487-D44B-4102-99BC-5E6CD2D241BF}" dt="2025-12-14T15:03:09.603" v="2903" actId="1076"/>
          <ac:picMkLst>
            <pc:docMk/>
            <pc:sldMk cId="2694023777" sldId="602"/>
            <ac:picMk id="6" creationId="{33A87CE9-CACD-947C-ABF3-5799156588A7}"/>
          </ac:picMkLst>
        </pc:picChg>
        <pc:picChg chg="del">
          <ac:chgData name="Ronan Ogor" userId="473d6ea9-be06-4609-b78d-125cc115ecf4" providerId="ADAL" clId="{B561F487-D44B-4102-99BC-5E6CD2D241BF}" dt="2025-12-14T15:02:57.022" v="2897" actId="478"/>
          <ac:picMkLst>
            <pc:docMk/>
            <pc:sldMk cId="2694023777" sldId="602"/>
            <ac:picMk id="12" creationId="{D2FE46BA-EE29-C369-1AD0-F4C17DCD6680}"/>
          </ac:picMkLst>
        </pc:picChg>
      </pc:sldChg>
      <pc:sldChg chg="addSp delSp modSp add mod">
        <pc:chgData name="Ronan Ogor" userId="473d6ea9-be06-4609-b78d-125cc115ecf4" providerId="ADAL" clId="{B561F487-D44B-4102-99BC-5E6CD2D241BF}" dt="2025-12-14T15:04:15.356" v="2931" actId="478"/>
        <pc:sldMkLst>
          <pc:docMk/>
          <pc:sldMk cId="927495839" sldId="603"/>
        </pc:sldMkLst>
        <pc:spChg chg="mod">
          <ac:chgData name="Ronan Ogor" userId="473d6ea9-be06-4609-b78d-125cc115ecf4" providerId="ADAL" clId="{B561F487-D44B-4102-99BC-5E6CD2D241BF}" dt="2025-12-14T15:04:03.310" v="2927" actId="20577"/>
          <ac:spMkLst>
            <pc:docMk/>
            <pc:sldMk cId="927495839" sldId="603"/>
            <ac:spMk id="3" creationId="{3DC14AAA-8E0B-0456-15EC-E87933F24D87}"/>
          </ac:spMkLst>
        </pc:spChg>
        <pc:spChg chg="del mod">
          <ac:chgData name="Ronan Ogor" userId="473d6ea9-be06-4609-b78d-125cc115ecf4" providerId="ADAL" clId="{B561F487-D44B-4102-99BC-5E6CD2D241BF}" dt="2025-12-14T15:04:15.356" v="2931" actId="478"/>
          <ac:spMkLst>
            <pc:docMk/>
            <pc:sldMk cId="927495839" sldId="603"/>
            <ac:spMk id="4" creationId="{220C6E1D-1079-59DC-E3A8-8FE5B3427758}"/>
          </ac:spMkLst>
        </pc:spChg>
        <pc:spChg chg="del">
          <ac:chgData name="Ronan Ogor" userId="473d6ea9-be06-4609-b78d-125cc115ecf4" providerId="ADAL" clId="{B561F487-D44B-4102-99BC-5E6CD2D241BF}" dt="2025-12-14T15:04:09.986" v="2928" actId="478"/>
          <ac:spMkLst>
            <pc:docMk/>
            <pc:sldMk cId="927495839" sldId="603"/>
            <ac:spMk id="5" creationId="{FA837CCC-9A60-EA72-2664-358740CC8CB0}"/>
          </ac:spMkLst>
        </pc:spChg>
        <pc:spChg chg="add mod">
          <ac:chgData name="Ronan Ogor" userId="473d6ea9-be06-4609-b78d-125cc115ecf4" providerId="ADAL" clId="{B561F487-D44B-4102-99BC-5E6CD2D241BF}" dt="2025-12-14T15:04:10.172" v="2929"/>
          <ac:spMkLst>
            <pc:docMk/>
            <pc:sldMk cId="927495839" sldId="603"/>
            <ac:spMk id="7" creationId="{02AE3761-3725-1A0B-A730-11DF3923D85D}"/>
          </ac:spMkLst>
        </pc:spChg>
        <pc:spChg chg="del">
          <ac:chgData name="Ronan Ogor" userId="473d6ea9-be06-4609-b78d-125cc115ecf4" providerId="ADAL" clId="{B561F487-D44B-4102-99BC-5E6CD2D241BF}" dt="2025-12-14T15:04:09.986" v="2928" actId="478"/>
          <ac:spMkLst>
            <pc:docMk/>
            <pc:sldMk cId="927495839" sldId="603"/>
            <ac:spMk id="8" creationId="{D8358BCD-AC09-BD3B-74AE-31D4294E0E19}"/>
          </ac:spMkLst>
        </pc:spChg>
        <pc:spChg chg="del">
          <ac:chgData name="Ronan Ogor" userId="473d6ea9-be06-4609-b78d-125cc115ecf4" providerId="ADAL" clId="{B561F487-D44B-4102-99BC-5E6CD2D241BF}" dt="2025-12-14T15:04:09.986" v="2928" actId="478"/>
          <ac:spMkLst>
            <pc:docMk/>
            <pc:sldMk cId="927495839" sldId="603"/>
            <ac:spMk id="9" creationId="{AAB8A3C5-BAA6-2E2D-AE75-D30D1FF9AE5C}"/>
          </ac:spMkLst>
        </pc:spChg>
        <pc:spChg chg="add mod">
          <ac:chgData name="Ronan Ogor" userId="473d6ea9-be06-4609-b78d-125cc115ecf4" providerId="ADAL" clId="{B561F487-D44B-4102-99BC-5E6CD2D241BF}" dt="2025-12-14T15:04:10.172" v="2929"/>
          <ac:spMkLst>
            <pc:docMk/>
            <pc:sldMk cId="927495839" sldId="603"/>
            <ac:spMk id="11" creationId="{D1053C7F-8D3B-BAE1-9205-59C2B3CEC1A8}"/>
          </ac:spMkLst>
        </pc:spChg>
        <pc:spChg chg="add mod">
          <ac:chgData name="Ronan Ogor" userId="473d6ea9-be06-4609-b78d-125cc115ecf4" providerId="ADAL" clId="{B561F487-D44B-4102-99BC-5E6CD2D241BF}" dt="2025-12-14T15:04:10.172" v="2929"/>
          <ac:spMkLst>
            <pc:docMk/>
            <pc:sldMk cId="927495839" sldId="603"/>
            <ac:spMk id="13" creationId="{3CB9A1F2-28C0-208C-328B-897F1D9A1677}"/>
          </ac:spMkLst>
        </pc:spChg>
        <pc:picChg chg="del">
          <ac:chgData name="Ronan Ogor" userId="473d6ea9-be06-4609-b78d-125cc115ecf4" providerId="ADAL" clId="{B561F487-D44B-4102-99BC-5E6CD2D241BF}" dt="2025-12-14T15:04:09.986" v="2928" actId="478"/>
          <ac:picMkLst>
            <pc:docMk/>
            <pc:sldMk cId="927495839" sldId="603"/>
            <ac:picMk id="6" creationId="{FF2EC479-E83F-99EA-BDB9-2E0A656D200C}"/>
          </ac:picMkLst>
        </pc:picChg>
        <pc:picChg chg="add mod">
          <ac:chgData name="Ronan Ogor" userId="473d6ea9-be06-4609-b78d-125cc115ecf4" providerId="ADAL" clId="{B561F487-D44B-4102-99BC-5E6CD2D241BF}" dt="2025-12-14T15:04:10.172" v="2929"/>
          <ac:picMkLst>
            <pc:docMk/>
            <pc:sldMk cId="927495839" sldId="603"/>
            <ac:picMk id="10" creationId="{A50F3B70-3F2F-2FBD-36B6-09B5C080D31F}"/>
          </ac:picMkLst>
        </pc:picChg>
        <pc:picChg chg="add mod">
          <ac:chgData name="Ronan Ogor" userId="473d6ea9-be06-4609-b78d-125cc115ecf4" providerId="ADAL" clId="{B561F487-D44B-4102-99BC-5E6CD2D241BF}" dt="2025-12-14T15:04:10.172" v="2929"/>
          <ac:picMkLst>
            <pc:docMk/>
            <pc:sldMk cId="927495839" sldId="603"/>
            <ac:picMk id="12" creationId="{F037D8B6-1EEC-1CF5-740B-5E718A5360CA}"/>
          </ac:picMkLst>
        </pc:picChg>
      </pc:sldChg>
      <pc:sldChg chg="addSp modSp add mod modAnim">
        <pc:chgData name="Ronan Ogor" userId="473d6ea9-be06-4609-b78d-125cc115ecf4" providerId="ADAL" clId="{B561F487-D44B-4102-99BC-5E6CD2D241BF}" dt="2025-12-14T15:15:54.480" v="3207" actId="404"/>
        <pc:sldMkLst>
          <pc:docMk/>
          <pc:sldMk cId="1618995663" sldId="604"/>
        </pc:sldMkLst>
        <pc:spChg chg="mod">
          <ac:chgData name="Ronan Ogor" userId="473d6ea9-be06-4609-b78d-125cc115ecf4" providerId="ADAL" clId="{B561F487-D44B-4102-99BC-5E6CD2D241BF}" dt="2025-12-14T15:05:13.870" v="2949" actId="113"/>
          <ac:spMkLst>
            <pc:docMk/>
            <pc:sldMk cId="1618995663" sldId="604"/>
            <ac:spMk id="3" creationId="{74E46502-481C-F90B-99C7-3C5CAB3FA367}"/>
          </ac:spMkLst>
        </pc:spChg>
        <pc:spChg chg="add mod">
          <ac:chgData name="Ronan Ogor" userId="473d6ea9-be06-4609-b78d-125cc115ecf4" providerId="ADAL" clId="{B561F487-D44B-4102-99BC-5E6CD2D241BF}" dt="2025-12-14T15:15:54.480" v="3207" actId="404"/>
          <ac:spMkLst>
            <pc:docMk/>
            <pc:sldMk cId="1618995663" sldId="604"/>
            <ac:spMk id="6" creationId="{8138C58F-B897-B39C-987C-47896730212A}"/>
          </ac:spMkLst>
        </pc:spChg>
        <pc:spChg chg="add mod">
          <ac:chgData name="Ronan Ogor" userId="473d6ea9-be06-4609-b78d-125cc115ecf4" providerId="ADAL" clId="{B561F487-D44B-4102-99BC-5E6CD2D241BF}" dt="2025-12-14T15:15:54.480" v="3207" actId="404"/>
          <ac:spMkLst>
            <pc:docMk/>
            <pc:sldMk cId="1618995663" sldId="604"/>
            <ac:spMk id="9" creationId="{A78879AD-7FC8-098A-7F49-3A40BD810C4B}"/>
          </ac:spMkLst>
        </pc:spChg>
        <pc:spChg chg="add mod">
          <ac:chgData name="Ronan Ogor" userId="473d6ea9-be06-4609-b78d-125cc115ecf4" providerId="ADAL" clId="{B561F487-D44B-4102-99BC-5E6CD2D241BF}" dt="2025-12-14T15:15:54.480" v="3207" actId="404"/>
          <ac:spMkLst>
            <pc:docMk/>
            <pc:sldMk cId="1618995663" sldId="604"/>
            <ac:spMk id="12" creationId="{828EA5F9-88A1-8C0A-BBB9-66E298AE30B6}"/>
          </ac:spMkLst>
        </pc:spChg>
        <pc:spChg chg="add">
          <ac:chgData name="Ronan Ogor" userId="473d6ea9-be06-4609-b78d-125cc115ecf4" providerId="ADAL" clId="{B561F487-D44B-4102-99BC-5E6CD2D241BF}" dt="2025-12-14T15:07:38.088" v="3019"/>
          <ac:spMkLst>
            <pc:docMk/>
            <pc:sldMk cId="1618995663" sldId="604"/>
            <ac:spMk id="13" creationId="{660C2846-D9C0-C0CB-5B65-1A87FE9E35A8}"/>
          </ac:spMkLst>
        </pc:spChg>
        <pc:spChg chg="mod">
          <ac:chgData name="Ronan Ogor" userId="473d6ea9-be06-4609-b78d-125cc115ecf4" providerId="ADAL" clId="{B561F487-D44B-4102-99BC-5E6CD2D241BF}" dt="2025-12-14T15:07:24.866" v="3017" actId="207"/>
          <ac:spMkLst>
            <pc:docMk/>
            <pc:sldMk cId="1618995663" sldId="604"/>
            <ac:spMk id="19" creationId="{81EE2822-9522-E53B-9974-FA7D239B6E45}"/>
          </ac:spMkLst>
        </pc:spChg>
        <pc:spChg chg="mod">
          <ac:chgData name="Ronan Ogor" userId="473d6ea9-be06-4609-b78d-125cc115ecf4" providerId="ADAL" clId="{B561F487-D44B-4102-99BC-5E6CD2D241BF}" dt="2025-12-14T15:15:54.480" v="3207" actId="404"/>
          <ac:spMkLst>
            <pc:docMk/>
            <pc:sldMk cId="1618995663" sldId="604"/>
            <ac:spMk id="21" creationId="{C9A2EA7A-F076-EDFD-2BD6-73BB54506A08}"/>
          </ac:spMkLst>
        </pc:spChg>
        <pc:cxnChg chg="add mod">
          <ac:chgData name="Ronan Ogor" userId="473d6ea9-be06-4609-b78d-125cc115ecf4" providerId="ADAL" clId="{B561F487-D44B-4102-99BC-5E6CD2D241BF}" dt="2025-12-14T15:06:20.749" v="2962" actId="1076"/>
          <ac:cxnSpMkLst>
            <pc:docMk/>
            <pc:sldMk cId="1618995663" sldId="604"/>
            <ac:cxnSpMk id="2" creationId="{CEC50BC4-8229-615C-5F0D-ABE3597DBA4C}"/>
          </ac:cxnSpMkLst>
        </pc:cxnChg>
        <pc:cxnChg chg="add mod">
          <ac:chgData name="Ronan Ogor" userId="473d6ea9-be06-4609-b78d-125cc115ecf4" providerId="ADAL" clId="{B561F487-D44B-4102-99BC-5E6CD2D241BF}" dt="2025-12-14T15:07:13.997" v="3013" actId="1076"/>
          <ac:cxnSpMkLst>
            <pc:docMk/>
            <pc:sldMk cId="1618995663" sldId="604"/>
            <ac:cxnSpMk id="7" creationId="{6E7F88EB-4B9F-D41D-6D2B-F2EFB27521D8}"/>
          </ac:cxnSpMkLst>
        </pc:cxnChg>
        <pc:cxnChg chg="add mod">
          <ac:chgData name="Ronan Ogor" userId="473d6ea9-be06-4609-b78d-125cc115ecf4" providerId="ADAL" clId="{B561F487-D44B-4102-99BC-5E6CD2D241BF}" dt="2025-12-14T15:07:53.509" v="3025" actId="14100"/>
          <ac:cxnSpMkLst>
            <pc:docMk/>
            <pc:sldMk cId="1618995663" sldId="604"/>
            <ac:cxnSpMk id="10" creationId="{4E7D90CF-8BBB-A9D2-6F92-617C14F3CAA5}"/>
          </ac:cxnSpMkLst>
        </pc:cxnChg>
        <pc:cxnChg chg="mod">
          <ac:chgData name="Ronan Ogor" userId="473d6ea9-be06-4609-b78d-125cc115ecf4" providerId="ADAL" clId="{B561F487-D44B-4102-99BC-5E6CD2D241BF}" dt="2025-12-14T15:06:08.330" v="2958" actId="1076"/>
          <ac:cxnSpMkLst>
            <pc:docMk/>
            <pc:sldMk cId="1618995663" sldId="604"/>
            <ac:cxnSpMk id="25" creationId="{0B10F18D-0F6D-2253-BC4D-6B5D6F3FF229}"/>
          </ac:cxnSpMkLst>
        </pc:cxnChg>
      </pc:sldChg>
      <pc:sldChg chg="addSp delSp modSp add mod">
        <pc:chgData name="Ronan Ogor" userId="473d6ea9-be06-4609-b78d-125cc115ecf4" providerId="ADAL" clId="{B561F487-D44B-4102-99BC-5E6CD2D241BF}" dt="2025-12-14T15:08:29.154" v="3030" actId="20577"/>
        <pc:sldMkLst>
          <pc:docMk/>
          <pc:sldMk cId="3205733391" sldId="605"/>
        </pc:sldMkLst>
        <pc:spChg chg="mod">
          <ac:chgData name="Ronan Ogor" userId="473d6ea9-be06-4609-b78d-125cc115ecf4" providerId="ADAL" clId="{B561F487-D44B-4102-99BC-5E6CD2D241BF}" dt="2025-12-14T15:08:29.154" v="3030" actId="20577"/>
          <ac:spMkLst>
            <pc:docMk/>
            <pc:sldMk cId="3205733391" sldId="605"/>
            <ac:spMk id="3" creationId="{D5C2A2B5-F6E4-B3C1-1CF7-0C0EEBC49322}"/>
          </ac:spMkLst>
        </pc:spChg>
        <pc:spChg chg="add mod">
          <ac:chgData name="Ronan Ogor" userId="473d6ea9-be06-4609-b78d-125cc115ecf4" providerId="ADAL" clId="{B561F487-D44B-4102-99BC-5E6CD2D241BF}" dt="2025-12-14T15:08:23.239" v="3029"/>
          <ac:spMkLst>
            <pc:docMk/>
            <pc:sldMk cId="3205733391" sldId="605"/>
            <ac:spMk id="5" creationId="{31D1F363-B94F-3847-64D4-36A4C8EEB7C8}"/>
          </ac:spMkLst>
        </pc:spChg>
        <pc:spChg chg="del">
          <ac:chgData name="Ronan Ogor" userId="473d6ea9-be06-4609-b78d-125cc115ecf4" providerId="ADAL" clId="{B561F487-D44B-4102-99BC-5E6CD2D241BF}" dt="2025-12-14T15:08:22.901" v="3028" actId="478"/>
          <ac:spMkLst>
            <pc:docMk/>
            <pc:sldMk cId="3205733391" sldId="605"/>
            <ac:spMk id="7" creationId="{17E4BC26-DAA4-E42F-6D71-018F19DEE0EB}"/>
          </ac:spMkLst>
        </pc:spChg>
        <pc:spChg chg="add mod">
          <ac:chgData name="Ronan Ogor" userId="473d6ea9-be06-4609-b78d-125cc115ecf4" providerId="ADAL" clId="{B561F487-D44B-4102-99BC-5E6CD2D241BF}" dt="2025-12-14T15:08:23.239" v="3029"/>
          <ac:spMkLst>
            <pc:docMk/>
            <pc:sldMk cId="3205733391" sldId="605"/>
            <ac:spMk id="8" creationId="{66250884-9CAA-9136-29CC-711813E77DFB}"/>
          </ac:spMkLst>
        </pc:spChg>
        <pc:spChg chg="add mod">
          <ac:chgData name="Ronan Ogor" userId="473d6ea9-be06-4609-b78d-125cc115ecf4" providerId="ADAL" clId="{B561F487-D44B-4102-99BC-5E6CD2D241BF}" dt="2025-12-14T15:08:23.239" v="3029"/>
          <ac:spMkLst>
            <pc:docMk/>
            <pc:sldMk cId="3205733391" sldId="605"/>
            <ac:spMk id="9" creationId="{C13FD259-A974-3BB0-CDD3-B12947DCC940}"/>
          </ac:spMkLst>
        </pc:spChg>
        <pc:spChg chg="del">
          <ac:chgData name="Ronan Ogor" userId="473d6ea9-be06-4609-b78d-125cc115ecf4" providerId="ADAL" clId="{B561F487-D44B-4102-99BC-5E6CD2D241BF}" dt="2025-12-14T15:08:22.901" v="3028" actId="478"/>
          <ac:spMkLst>
            <pc:docMk/>
            <pc:sldMk cId="3205733391" sldId="605"/>
            <ac:spMk id="11" creationId="{3EF5C5EB-86C4-B060-2185-58A5CFBD8A56}"/>
          </ac:spMkLst>
        </pc:spChg>
        <pc:spChg chg="del">
          <ac:chgData name="Ronan Ogor" userId="473d6ea9-be06-4609-b78d-125cc115ecf4" providerId="ADAL" clId="{B561F487-D44B-4102-99BC-5E6CD2D241BF}" dt="2025-12-14T15:08:22.901" v="3028" actId="478"/>
          <ac:spMkLst>
            <pc:docMk/>
            <pc:sldMk cId="3205733391" sldId="605"/>
            <ac:spMk id="13" creationId="{6FCE6FDD-F3A6-F6BA-FAFB-C262E9AD3C09}"/>
          </ac:spMkLst>
        </pc:spChg>
        <pc:picChg chg="add mod">
          <ac:chgData name="Ronan Ogor" userId="473d6ea9-be06-4609-b78d-125cc115ecf4" providerId="ADAL" clId="{B561F487-D44B-4102-99BC-5E6CD2D241BF}" dt="2025-12-14T15:08:23.239" v="3029"/>
          <ac:picMkLst>
            <pc:docMk/>
            <pc:sldMk cId="3205733391" sldId="605"/>
            <ac:picMk id="4" creationId="{3051D878-75E0-42BB-628D-4B2C8D0317DF}"/>
          </ac:picMkLst>
        </pc:picChg>
        <pc:picChg chg="add mod">
          <ac:chgData name="Ronan Ogor" userId="473d6ea9-be06-4609-b78d-125cc115ecf4" providerId="ADAL" clId="{B561F487-D44B-4102-99BC-5E6CD2D241BF}" dt="2025-12-14T15:08:23.239" v="3029"/>
          <ac:picMkLst>
            <pc:docMk/>
            <pc:sldMk cId="3205733391" sldId="605"/>
            <ac:picMk id="6" creationId="{F6ABDFE0-C82D-91AE-0FA0-09617F53304E}"/>
          </ac:picMkLst>
        </pc:picChg>
        <pc:picChg chg="del">
          <ac:chgData name="Ronan Ogor" userId="473d6ea9-be06-4609-b78d-125cc115ecf4" providerId="ADAL" clId="{B561F487-D44B-4102-99BC-5E6CD2D241BF}" dt="2025-12-14T15:08:22.901" v="3028" actId="478"/>
          <ac:picMkLst>
            <pc:docMk/>
            <pc:sldMk cId="3205733391" sldId="605"/>
            <ac:picMk id="10" creationId="{4B4197FB-B01C-C061-DE19-90F639ADDD9B}"/>
          </ac:picMkLst>
        </pc:picChg>
        <pc:picChg chg="del">
          <ac:chgData name="Ronan Ogor" userId="473d6ea9-be06-4609-b78d-125cc115ecf4" providerId="ADAL" clId="{B561F487-D44B-4102-99BC-5E6CD2D241BF}" dt="2025-12-14T15:08:22.901" v="3028" actId="478"/>
          <ac:picMkLst>
            <pc:docMk/>
            <pc:sldMk cId="3205733391" sldId="605"/>
            <ac:picMk id="12" creationId="{EECB0D90-84D6-AEA3-F6EA-51917F90F535}"/>
          </ac:picMkLst>
        </pc:picChg>
      </pc:sldChg>
      <pc:sldChg chg="delSp modSp add mod modAnim">
        <pc:chgData name="Ronan Ogor" userId="473d6ea9-be06-4609-b78d-125cc115ecf4" providerId="ADAL" clId="{B561F487-D44B-4102-99BC-5E6CD2D241BF}" dt="2025-12-14T15:16:09.149" v="3209"/>
        <pc:sldMkLst>
          <pc:docMk/>
          <pc:sldMk cId="1993173750" sldId="606"/>
        </pc:sldMkLst>
        <pc:spChg chg="mod">
          <ac:chgData name="Ronan Ogor" userId="473d6ea9-be06-4609-b78d-125cc115ecf4" providerId="ADAL" clId="{B561F487-D44B-4102-99BC-5E6CD2D241BF}" dt="2025-12-14T15:10:43.199" v="3150" actId="20577"/>
          <ac:spMkLst>
            <pc:docMk/>
            <pc:sldMk cId="1993173750" sldId="606"/>
            <ac:spMk id="3" creationId="{F44526AC-8006-DCC1-CEDB-2F96AD8C1397}"/>
          </ac:spMkLst>
        </pc:spChg>
        <pc:spChg chg="del">
          <ac:chgData name="Ronan Ogor" userId="473d6ea9-be06-4609-b78d-125cc115ecf4" providerId="ADAL" clId="{B561F487-D44B-4102-99BC-5E6CD2D241BF}" dt="2025-12-14T15:10:11.981" v="3088" actId="478"/>
          <ac:spMkLst>
            <pc:docMk/>
            <pc:sldMk cId="1993173750" sldId="606"/>
            <ac:spMk id="6" creationId="{F037D869-45D3-E907-686D-14ECB0C86F9C}"/>
          </ac:spMkLst>
        </pc:spChg>
        <pc:spChg chg="mod">
          <ac:chgData name="Ronan Ogor" userId="473d6ea9-be06-4609-b78d-125cc115ecf4" providerId="ADAL" clId="{B561F487-D44B-4102-99BC-5E6CD2D241BF}" dt="2025-12-14T15:10:36.947" v="3145" actId="113"/>
          <ac:spMkLst>
            <pc:docMk/>
            <pc:sldMk cId="1993173750" sldId="606"/>
            <ac:spMk id="9" creationId="{3451290F-DFF6-CA10-1DF3-603057DE4D30}"/>
          </ac:spMkLst>
        </pc:spChg>
        <pc:spChg chg="del">
          <ac:chgData name="Ronan Ogor" userId="473d6ea9-be06-4609-b78d-125cc115ecf4" providerId="ADAL" clId="{B561F487-D44B-4102-99BC-5E6CD2D241BF}" dt="2025-12-14T15:10:38.769" v="3146" actId="478"/>
          <ac:spMkLst>
            <pc:docMk/>
            <pc:sldMk cId="1993173750" sldId="606"/>
            <ac:spMk id="12" creationId="{5D980E96-6D32-0E85-B0F8-043D555676E1}"/>
          </ac:spMkLst>
        </pc:spChg>
        <pc:spChg chg="mod">
          <ac:chgData name="Ronan Ogor" userId="473d6ea9-be06-4609-b78d-125cc115ecf4" providerId="ADAL" clId="{B561F487-D44B-4102-99BC-5E6CD2D241BF}" dt="2025-12-14T15:09:48.084" v="3067" actId="20577"/>
          <ac:spMkLst>
            <pc:docMk/>
            <pc:sldMk cId="1993173750" sldId="606"/>
            <ac:spMk id="19" creationId="{7C1A715B-B16B-C650-1A93-9C5FCBBA2F12}"/>
          </ac:spMkLst>
        </pc:spChg>
        <pc:spChg chg="mod">
          <ac:chgData name="Ronan Ogor" userId="473d6ea9-be06-4609-b78d-125cc115ecf4" providerId="ADAL" clId="{B561F487-D44B-4102-99BC-5E6CD2D241BF}" dt="2025-12-14T15:10:19.344" v="3116" actId="20577"/>
          <ac:spMkLst>
            <pc:docMk/>
            <pc:sldMk cId="1993173750" sldId="606"/>
            <ac:spMk id="21" creationId="{2271C46A-1CEA-8C1D-768C-F31E141AC2C5}"/>
          </ac:spMkLst>
        </pc:spChg>
        <pc:cxnChg chg="del">
          <ac:chgData name="Ronan Ogor" userId="473d6ea9-be06-4609-b78d-125cc115ecf4" providerId="ADAL" clId="{B561F487-D44B-4102-99BC-5E6CD2D241BF}" dt="2025-12-14T15:10:10.990" v="3087" actId="478"/>
          <ac:cxnSpMkLst>
            <pc:docMk/>
            <pc:sldMk cId="1993173750" sldId="606"/>
            <ac:cxnSpMk id="2" creationId="{E1E8256F-8E7A-070E-5371-22D380D1D234}"/>
          </ac:cxnSpMkLst>
        </pc:cxnChg>
        <pc:cxnChg chg="mod">
          <ac:chgData name="Ronan Ogor" userId="473d6ea9-be06-4609-b78d-125cc115ecf4" providerId="ADAL" clId="{B561F487-D44B-4102-99BC-5E6CD2D241BF}" dt="2025-12-14T15:10:21.904" v="3117" actId="14100"/>
          <ac:cxnSpMkLst>
            <pc:docMk/>
            <pc:sldMk cId="1993173750" sldId="606"/>
            <ac:cxnSpMk id="7" creationId="{7E67AA4C-60A2-5952-3800-58A9F0760C16}"/>
          </ac:cxnSpMkLst>
        </pc:cxnChg>
        <pc:cxnChg chg="mod">
          <ac:chgData name="Ronan Ogor" userId="473d6ea9-be06-4609-b78d-125cc115ecf4" providerId="ADAL" clId="{B561F487-D44B-4102-99BC-5E6CD2D241BF}" dt="2025-12-14T15:10:24.093" v="3118" actId="1076"/>
          <ac:cxnSpMkLst>
            <pc:docMk/>
            <pc:sldMk cId="1993173750" sldId="606"/>
            <ac:cxnSpMk id="10" creationId="{02D690DE-8F0A-AC19-D396-75025682B6D0}"/>
          </ac:cxnSpMkLst>
        </pc:cxnChg>
        <pc:cxnChg chg="del mod">
          <ac:chgData name="Ronan Ogor" userId="473d6ea9-be06-4609-b78d-125cc115ecf4" providerId="ADAL" clId="{B561F487-D44B-4102-99BC-5E6CD2D241BF}" dt="2025-12-14T15:10:10.112" v="3086" actId="478"/>
          <ac:cxnSpMkLst>
            <pc:docMk/>
            <pc:sldMk cId="1993173750" sldId="606"/>
            <ac:cxnSpMk id="25" creationId="{B123D859-4381-F709-5BFC-9CE0457F345A}"/>
          </ac:cxnSpMkLst>
        </pc:cxnChg>
      </pc:sldChg>
      <pc:sldChg chg="addSp delSp modSp add mod">
        <pc:chgData name="Ronan Ogor" userId="473d6ea9-be06-4609-b78d-125cc115ecf4" providerId="ADAL" clId="{B561F487-D44B-4102-99BC-5E6CD2D241BF}" dt="2025-12-14T15:19:19.230" v="3278" actId="20577"/>
        <pc:sldMkLst>
          <pc:docMk/>
          <pc:sldMk cId="2036687897" sldId="607"/>
        </pc:sldMkLst>
        <pc:spChg chg="mod">
          <ac:chgData name="Ronan Ogor" userId="473d6ea9-be06-4609-b78d-125cc115ecf4" providerId="ADAL" clId="{B561F487-D44B-4102-99BC-5E6CD2D241BF}" dt="2025-12-14T15:19:19.230" v="3278" actId="20577"/>
          <ac:spMkLst>
            <pc:docMk/>
            <pc:sldMk cId="2036687897" sldId="607"/>
            <ac:spMk id="3" creationId="{7E1FEF4C-9862-55B4-245F-4A0B37127B18}"/>
          </ac:spMkLst>
        </pc:spChg>
        <pc:spChg chg="mod">
          <ac:chgData name="Ronan Ogor" userId="473d6ea9-be06-4609-b78d-125cc115ecf4" providerId="ADAL" clId="{B561F487-D44B-4102-99BC-5E6CD2D241BF}" dt="2025-12-14T15:18:06.186" v="3248" actId="14100"/>
          <ac:spMkLst>
            <pc:docMk/>
            <pc:sldMk cId="2036687897" sldId="607"/>
            <ac:spMk id="5" creationId="{5A290FCF-2D83-D829-7E6B-3B9CD4804AA4}"/>
          </ac:spMkLst>
        </pc:spChg>
        <pc:spChg chg="mod ord">
          <ac:chgData name="Ronan Ogor" userId="473d6ea9-be06-4609-b78d-125cc115ecf4" providerId="ADAL" clId="{B561F487-D44B-4102-99BC-5E6CD2D241BF}" dt="2025-12-14T15:18:28.190" v="3257" actId="1076"/>
          <ac:spMkLst>
            <pc:docMk/>
            <pc:sldMk cId="2036687897" sldId="607"/>
            <ac:spMk id="8" creationId="{2C394229-AF27-BF98-5118-A7C43928041D}"/>
          </ac:spMkLst>
        </pc:spChg>
        <pc:spChg chg="del">
          <ac:chgData name="Ronan Ogor" userId="473d6ea9-be06-4609-b78d-125cc115ecf4" providerId="ADAL" clId="{B561F487-D44B-4102-99BC-5E6CD2D241BF}" dt="2025-12-14T15:17:46.543" v="3222" actId="478"/>
          <ac:spMkLst>
            <pc:docMk/>
            <pc:sldMk cId="2036687897" sldId="607"/>
            <ac:spMk id="9" creationId="{3F900C8A-13A3-CFA5-C36C-C99E39F05210}"/>
          </ac:spMkLst>
        </pc:spChg>
        <pc:spChg chg="add mod">
          <ac:chgData name="Ronan Ogor" userId="473d6ea9-be06-4609-b78d-125cc115ecf4" providerId="ADAL" clId="{B561F487-D44B-4102-99BC-5E6CD2D241BF}" dt="2025-12-14T15:18:33.059" v="3259" actId="1076"/>
          <ac:spMkLst>
            <pc:docMk/>
            <pc:sldMk cId="2036687897" sldId="607"/>
            <ac:spMk id="15" creationId="{4D1EDBAB-FEA3-F9D9-B646-4274B87190D7}"/>
          </ac:spMkLst>
        </pc:spChg>
        <pc:picChg chg="del">
          <ac:chgData name="Ronan Ogor" userId="473d6ea9-be06-4609-b78d-125cc115ecf4" providerId="ADAL" clId="{B561F487-D44B-4102-99BC-5E6CD2D241BF}" dt="2025-12-14T15:17:46.543" v="3222" actId="478"/>
          <ac:picMkLst>
            <pc:docMk/>
            <pc:sldMk cId="2036687897" sldId="607"/>
            <ac:picMk id="4" creationId="{15CC04F7-5E9E-D65A-374F-AFB385D17E1B}"/>
          </ac:picMkLst>
        </pc:picChg>
        <pc:picChg chg="del">
          <ac:chgData name="Ronan Ogor" userId="473d6ea9-be06-4609-b78d-125cc115ecf4" providerId="ADAL" clId="{B561F487-D44B-4102-99BC-5E6CD2D241BF}" dt="2025-12-14T15:17:46.543" v="3222" actId="478"/>
          <ac:picMkLst>
            <pc:docMk/>
            <pc:sldMk cId="2036687897" sldId="607"/>
            <ac:picMk id="6" creationId="{EE3D66D6-0E8A-41A0-34B0-A82A343A56E9}"/>
          </ac:picMkLst>
        </pc:picChg>
        <pc:picChg chg="add del mod">
          <ac:chgData name="Ronan Ogor" userId="473d6ea9-be06-4609-b78d-125cc115ecf4" providerId="ADAL" clId="{B561F487-D44B-4102-99BC-5E6CD2D241BF}" dt="2025-12-14T15:17:38.654" v="3218" actId="478"/>
          <ac:picMkLst>
            <pc:docMk/>
            <pc:sldMk cId="2036687897" sldId="607"/>
            <ac:picMk id="10" creationId="{E4ED5B3F-854D-888B-1C74-20549C1DF17C}"/>
          </ac:picMkLst>
        </pc:picChg>
        <pc:picChg chg="add mod">
          <ac:chgData name="Ronan Ogor" userId="473d6ea9-be06-4609-b78d-125cc115ecf4" providerId="ADAL" clId="{B561F487-D44B-4102-99BC-5E6CD2D241BF}" dt="2025-12-14T15:18:17.040" v="3253" actId="1076"/>
          <ac:picMkLst>
            <pc:docMk/>
            <pc:sldMk cId="2036687897" sldId="607"/>
            <ac:picMk id="12" creationId="{1AF0DF17-7160-42E0-2F27-D2ECC31C83BB}"/>
          </ac:picMkLst>
        </pc:picChg>
        <pc:picChg chg="add mod">
          <ac:chgData name="Ronan Ogor" userId="473d6ea9-be06-4609-b78d-125cc115ecf4" providerId="ADAL" clId="{B561F487-D44B-4102-99BC-5E6CD2D241BF}" dt="2025-12-14T15:18:34.538" v="3260" actId="1076"/>
          <ac:picMkLst>
            <pc:docMk/>
            <pc:sldMk cId="2036687897" sldId="607"/>
            <ac:picMk id="14" creationId="{35B72761-79C5-D134-C240-F2C939BB4BF8}"/>
          </ac:picMkLst>
        </pc:picChg>
      </pc:sldChg>
      <pc:sldChg chg="addSp delSp modSp add mod delAnim modAnim">
        <pc:chgData name="Ronan Ogor" userId="473d6ea9-be06-4609-b78d-125cc115ecf4" providerId="ADAL" clId="{B561F487-D44B-4102-99BC-5E6CD2D241BF}" dt="2025-12-14T15:25:44.190" v="3472"/>
        <pc:sldMkLst>
          <pc:docMk/>
          <pc:sldMk cId="3119682707" sldId="608"/>
        </pc:sldMkLst>
        <pc:spChg chg="mod">
          <ac:chgData name="Ronan Ogor" userId="473d6ea9-be06-4609-b78d-125cc115ecf4" providerId="ADAL" clId="{B561F487-D44B-4102-99BC-5E6CD2D241BF}" dt="2025-12-14T15:19:14.002" v="3277" actId="14100"/>
          <ac:spMkLst>
            <pc:docMk/>
            <pc:sldMk cId="3119682707" sldId="608"/>
            <ac:spMk id="3" creationId="{5B28B541-D969-F2F9-6DD5-0F5A31909FA3}"/>
          </ac:spMkLst>
        </pc:spChg>
        <pc:spChg chg="add mod">
          <ac:chgData name="Ronan Ogor" userId="473d6ea9-be06-4609-b78d-125cc115ecf4" providerId="ADAL" clId="{B561F487-D44B-4102-99BC-5E6CD2D241BF}" dt="2025-12-14T15:24:29.992" v="3421"/>
          <ac:spMkLst>
            <pc:docMk/>
            <pc:sldMk cId="3119682707" sldId="608"/>
            <ac:spMk id="8" creationId="{E495FB67-9B6C-8A56-7278-CE50EFABEACB}"/>
          </ac:spMkLst>
        </pc:spChg>
        <pc:spChg chg="del mod">
          <ac:chgData name="Ronan Ogor" userId="473d6ea9-be06-4609-b78d-125cc115ecf4" providerId="ADAL" clId="{B561F487-D44B-4102-99BC-5E6CD2D241BF}" dt="2025-12-14T15:25:21.937" v="3467" actId="478"/>
          <ac:spMkLst>
            <pc:docMk/>
            <pc:sldMk cId="3119682707" sldId="608"/>
            <ac:spMk id="9" creationId="{E6D91E6B-E0E6-331F-FDE8-5628BBB59051}"/>
          </ac:spMkLst>
        </pc:spChg>
        <pc:spChg chg="add mod">
          <ac:chgData name="Ronan Ogor" userId="473d6ea9-be06-4609-b78d-125cc115ecf4" providerId="ADAL" clId="{B561F487-D44B-4102-99BC-5E6CD2D241BF}" dt="2025-12-14T15:24:42.989" v="3426" actId="20577"/>
          <ac:spMkLst>
            <pc:docMk/>
            <pc:sldMk cId="3119682707" sldId="608"/>
            <ac:spMk id="12" creationId="{E4881071-C236-46A4-ECE4-EA9BE7E5EE81}"/>
          </ac:spMkLst>
        </pc:spChg>
        <pc:spChg chg="add mod">
          <ac:chgData name="Ronan Ogor" userId="473d6ea9-be06-4609-b78d-125cc115ecf4" providerId="ADAL" clId="{B561F487-D44B-4102-99BC-5E6CD2D241BF}" dt="2025-12-14T15:24:59.033" v="3429"/>
          <ac:spMkLst>
            <pc:docMk/>
            <pc:sldMk cId="3119682707" sldId="608"/>
            <ac:spMk id="14" creationId="{08F73B2D-4FCB-21AD-0727-32DB55F8D2A4}"/>
          </ac:spMkLst>
        </pc:spChg>
        <pc:spChg chg="add mod">
          <ac:chgData name="Ronan Ogor" userId="473d6ea9-be06-4609-b78d-125cc115ecf4" providerId="ADAL" clId="{B561F487-D44B-4102-99BC-5E6CD2D241BF}" dt="2025-12-14T15:25:16.889" v="3466" actId="20577"/>
          <ac:spMkLst>
            <pc:docMk/>
            <pc:sldMk cId="3119682707" sldId="608"/>
            <ac:spMk id="18" creationId="{739C6A77-3C91-E371-A278-524A0FCFDE37}"/>
          </ac:spMkLst>
        </pc:spChg>
        <pc:spChg chg="mod">
          <ac:chgData name="Ronan Ogor" userId="473d6ea9-be06-4609-b78d-125cc115ecf4" providerId="ADAL" clId="{B561F487-D44B-4102-99BC-5E6CD2D241BF}" dt="2025-12-14T15:23:40.617" v="3408" actId="1076"/>
          <ac:spMkLst>
            <pc:docMk/>
            <pc:sldMk cId="3119682707" sldId="608"/>
            <ac:spMk id="19" creationId="{6258C035-458B-9C07-AADC-4461E4CBA62F}"/>
          </ac:spMkLst>
        </pc:spChg>
        <pc:spChg chg="mod">
          <ac:chgData name="Ronan Ogor" userId="473d6ea9-be06-4609-b78d-125cc115ecf4" providerId="ADAL" clId="{B561F487-D44B-4102-99BC-5E6CD2D241BF}" dt="2025-12-14T15:24:16.492" v="3416"/>
          <ac:spMkLst>
            <pc:docMk/>
            <pc:sldMk cId="3119682707" sldId="608"/>
            <ac:spMk id="21" creationId="{95B80DD6-072A-B08F-7B11-BCAA8D70D714}"/>
          </ac:spMkLst>
        </pc:spChg>
        <pc:cxnChg chg="add mod">
          <ac:chgData name="Ronan Ogor" userId="473d6ea9-be06-4609-b78d-125cc115ecf4" providerId="ADAL" clId="{B561F487-D44B-4102-99BC-5E6CD2D241BF}" dt="2025-12-14T15:24:24.126" v="3419" actId="14100"/>
          <ac:cxnSpMkLst>
            <pc:docMk/>
            <pc:sldMk cId="3119682707" sldId="608"/>
            <ac:cxnSpMk id="5" creationId="{A6657860-52B7-277B-18C0-CDE9644D1082}"/>
          </ac:cxnSpMkLst>
        </pc:cxnChg>
        <pc:cxnChg chg="mod">
          <ac:chgData name="Ronan Ogor" userId="473d6ea9-be06-4609-b78d-125cc115ecf4" providerId="ADAL" clId="{B561F487-D44B-4102-99BC-5E6CD2D241BF}" dt="2025-12-14T15:24:19.819" v="3417" actId="14100"/>
          <ac:cxnSpMkLst>
            <pc:docMk/>
            <pc:sldMk cId="3119682707" sldId="608"/>
            <ac:cxnSpMk id="7" creationId="{5675F2F2-F72F-FCA7-EA17-8650B6687441}"/>
          </ac:cxnSpMkLst>
        </pc:cxnChg>
        <pc:cxnChg chg="del mod">
          <ac:chgData name="Ronan Ogor" userId="473d6ea9-be06-4609-b78d-125cc115ecf4" providerId="ADAL" clId="{B561F487-D44B-4102-99BC-5E6CD2D241BF}" dt="2025-12-14T15:25:21.937" v="3467" actId="478"/>
          <ac:cxnSpMkLst>
            <pc:docMk/>
            <pc:sldMk cId="3119682707" sldId="608"/>
            <ac:cxnSpMk id="10" creationId="{0C2B20A1-BEBC-361C-5F47-9CD845ABB0B5}"/>
          </ac:cxnSpMkLst>
        </pc:cxnChg>
        <pc:cxnChg chg="add mod">
          <ac:chgData name="Ronan Ogor" userId="473d6ea9-be06-4609-b78d-125cc115ecf4" providerId="ADAL" clId="{B561F487-D44B-4102-99BC-5E6CD2D241BF}" dt="2025-12-14T15:24:35.971" v="3422" actId="571"/>
          <ac:cxnSpMkLst>
            <pc:docMk/>
            <pc:sldMk cId="3119682707" sldId="608"/>
            <ac:cxnSpMk id="11" creationId="{BBA9C251-4447-6138-D64C-5ED745CB871F}"/>
          </ac:cxnSpMkLst>
        </pc:cxnChg>
        <pc:cxnChg chg="add mod">
          <ac:chgData name="Ronan Ogor" userId="473d6ea9-be06-4609-b78d-125cc115ecf4" providerId="ADAL" clId="{B561F487-D44B-4102-99BC-5E6CD2D241BF}" dt="2025-12-14T15:24:52.993" v="3428" actId="14100"/>
          <ac:cxnSpMkLst>
            <pc:docMk/>
            <pc:sldMk cId="3119682707" sldId="608"/>
            <ac:cxnSpMk id="13" creationId="{B18CDBC3-51C3-5052-4BA2-9D78E419A186}"/>
          </ac:cxnSpMkLst>
        </pc:cxnChg>
        <pc:cxnChg chg="add mod">
          <ac:chgData name="Ronan Ogor" userId="473d6ea9-be06-4609-b78d-125cc115ecf4" providerId="ADAL" clId="{B561F487-D44B-4102-99BC-5E6CD2D241BF}" dt="2025-12-14T15:25:02.363" v="3430" actId="571"/>
          <ac:cxnSpMkLst>
            <pc:docMk/>
            <pc:sldMk cId="3119682707" sldId="608"/>
            <ac:cxnSpMk id="17" creationId="{24AE959D-B0EA-2A85-CD05-12E70FE34883}"/>
          </ac:cxnSpMkLst>
        </pc:cxnChg>
      </pc:sldChg>
      <pc:sldChg chg="addSp delSp modSp add mod">
        <pc:chgData name="Ronan Ogor" userId="473d6ea9-be06-4609-b78d-125cc115ecf4" providerId="ADAL" clId="{B561F487-D44B-4102-99BC-5E6CD2D241BF}" dt="2025-12-14T15:20:43.980" v="3387" actId="14100"/>
        <pc:sldMkLst>
          <pc:docMk/>
          <pc:sldMk cId="1148448453" sldId="609"/>
        </pc:sldMkLst>
        <pc:spChg chg="mod">
          <ac:chgData name="Ronan Ogor" userId="473d6ea9-be06-4609-b78d-125cc115ecf4" providerId="ADAL" clId="{B561F487-D44B-4102-99BC-5E6CD2D241BF}" dt="2025-12-14T15:19:25.136" v="3280" actId="20577"/>
          <ac:spMkLst>
            <pc:docMk/>
            <pc:sldMk cId="1148448453" sldId="609"/>
            <ac:spMk id="3" creationId="{0366DB78-240E-022B-EFCD-2F74B566A3BF}"/>
          </ac:spMkLst>
        </pc:spChg>
        <pc:spChg chg="mod">
          <ac:chgData name="Ronan Ogor" userId="473d6ea9-be06-4609-b78d-125cc115ecf4" providerId="ADAL" clId="{B561F487-D44B-4102-99BC-5E6CD2D241BF}" dt="2025-12-14T15:20:01.471" v="3371" actId="20577"/>
          <ac:spMkLst>
            <pc:docMk/>
            <pc:sldMk cId="1148448453" sldId="609"/>
            <ac:spMk id="5" creationId="{ED616591-D7EA-025F-78D3-4C2AD7BE9151}"/>
          </ac:spMkLst>
        </pc:spChg>
        <pc:spChg chg="mod ord">
          <ac:chgData name="Ronan Ogor" userId="473d6ea9-be06-4609-b78d-125cc115ecf4" providerId="ADAL" clId="{B561F487-D44B-4102-99BC-5E6CD2D241BF}" dt="2025-12-14T15:20:43.980" v="3387" actId="14100"/>
          <ac:spMkLst>
            <pc:docMk/>
            <pc:sldMk cId="1148448453" sldId="609"/>
            <ac:spMk id="8" creationId="{71579ECC-E7AD-9076-F6AE-3F7844CEA852}"/>
          </ac:spMkLst>
        </pc:spChg>
        <pc:picChg chg="add mod">
          <ac:chgData name="Ronan Ogor" userId="473d6ea9-be06-4609-b78d-125cc115ecf4" providerId="ADAL" clId="{B561F487-D44B-4102-99BC-5E6CD2D241BF}" dt="2025-12-14T15:20:34.369" v="3382" actId="1076"/>
          <ac:picMkLst>
            <pc:docMk/>
            <pc:sldMk cId="1148448453" sldId="609"/>
            <ac:picMk id="6" creationId="{F65D2AFB-1A5D-DBEE-0D01-4F4FAC5F14E6}"/>
          </ac:picMkLst>
        </pc:picChg>
        <pc:picChg chg="add mod">
          <ac:chgData name="Ronan Ogor" userId="473d6ea9-be06-4609-b78d-125cc115ecf4" providerId="ADAL" clId="{B561F487-D44B-4102-99BC-5E6CD2D241BF}" dt="2025-12-14T15:20:36.416" v="3383" actId="1076"/>
          <ac:picMkLst>
            <pc:docMk/>
            <pc:sldMk cId="1148448453" sldId="609"/>
            <ac:picMk id="9" creationId="{C62B4836-3307-4A59-35D9-DA9BB9F03FD2}"/>
          </ac:picMkLst>
        </pc:picChg>
        <pc:picChg chg="del">
          <ac:chgData name="Ronan Ogor" userId="473d6ea9-be06-4609-b78d-125cc115ecf4" providerId="ADAL" clId="{B561F487-D44B-4102-99BC-5E6CD2D241BF}" dt="2025-12-14T15:20:26.813" v="3376" actId="478"/>
          <ac:picMkLst>
            <pc:docMk/>
            <pc:sldMk cId="1148448453" sldId="609"/>
            <ac:picMk id="12" creationId="{9609EB14-4C8F-B8EC-9BA3-8ADFFBC40BC4}"/>
          </ac:picMkLst>
        </pc:picChg>
        <pc:picChg chg="del">
          <ac:chgData name="Ronan Ogor" userId="473d6ea9-be06-4609-b78d-125cc115ecf4" providerId="ADAL" clId="{B561F487-D44B-4102-99BC-5E6CD2D241BF}" dt="2025-12-14T15:20:26.813" v="3376" actId="478"/>
          <ac:picMkLst>
            <pc:docMk/>
            <pc:sldMk cId="1148448453" sldId="609"/>
            <ac:picMk id="14" creationId="{E7626DD7-4538-BFC2-9814-B87241BB767E}"/>
          </ac:picMkLst>
        </pc:picChg>
      </pc:sldChg>
      <pc:sldChg chg="addSp delSp modSp add mod modAnim">
        <pc:chgData name="Ronan Ogor" userId="473d6ea9-be06-4609-b78d-125cc115ecf4" providerId="ADAL" clId="{B561F487-D44B-4102-99BC-5E6CD2D241BF}" dt="2025-12-14T15:33:03.906" v="3774" actId="14100"/>
        <pc:sldMkLst>
          <pc:docMk/>
          <pc:sldMk cId="1474600439" sldId="610"/>
        </pc:sldMkLst>
        <pc:spChg chg="mod">
          <ac:chgData name="Ronan Ogor" userId="473d6ea9-be06-4609-b78d-125cc115ecf4" providerId="ADAL" clId="{B561F487-D44B-4102-99BC-5E6CD2D241BF}" dt="2025-12-14T15:20:54.241" v="3401" actId="20577"/>
          <ac:spMkLst>
            <pc:docMk/>
            <pc:sldMk cId="1474600439" sldId="610"/>
            <ac:spMk id="3" creationId="{9CAB39F1-C093-F6BF-BD54-B349469FC3CF}"/>
          </ac:spMkLst>
        </pc:spChg>
        <pc:spChg chg="add mod">
          <ac:chgData name="Ronan Ogor" userId="473d6ea9-be06-4609-b78d-125cc115ecf4" providerId="ADAL" clId="{B561F487-D44B-4102-99BC-5E6CD2D241BF}" dt="2025-12-14T15:33:03.906" v="3774" actId="14100"/>
          <ac:spMkLst>
            <pc:docMk/>
            <pc:sldMk cId="1474600439" sldId="610"/>
            <ac:spMk id="6" creationId="{3E524D80-082C-9038-E442-95CDC1D60445}"/>
          </ac:spMkLst>
        </pc:spChg>
        <pc:spChg chg="del">
          <ac:chgData name="Ronan Ogor" userId="473d6ea9-be06-4609-b78d-125cc115ecf4" providerId="ADAL" clId="{B561F487-D44B-4102-99BC-5E6CD2D241BF}" dt="2025-12-14T15:29:50.284" v="3608" actId="478"/>
          <ac:spMkLst>
            <pc:docMk/>
            <pc:sldMk cId="1474600439" sldId="610"/>
            <ac:spMk id="9" creationId="{F302269E-B5C8-41BC-3B64-7C3807B13DF8}"/>
          </ac:spMkLst>
        </pc:spChg>
        <pc:spChg chg="add mod">
          <ac:chgData name="Ronan Ogor" userId="473d6ea9-be06-4609-b78d-125cc115ecf4" providerId="ADAL" clId="{B561F487-D44B-4102-99BC-5E6CD2D241BF}" dt="2025-12-14T15:32:35.499" v="3764" actId="20577"/>
          <ac:spMkLst>
            <pc:docMk/>
            <pc:sldMk cId="1474600439" sldId="610"/>
            <ac:spMk id="11" creationId="{8A8C7D3F-3A27-FA13-4441-6767301006F6}"/>
          </ac:spMkLst>
        </pc:spChg>
        <pc:spChg chg="mod">
          <ac:chgData name="Ronan Ogor" userId="473d6ea9-be06-4609-b78d-125cc115ecf4" providerId="ADAL" clId="{B561F487-D44B-4102-99BC-5E6CD2D241BF}" dt="2025-12-14T15:31:25.859" v="3661" actId="113"/>
          <ac:spMkLst>
            <pc:docMk/>
            <pc:sldMk cId="1474600439" sldId="610"/>
            <ac:spMk id="19" creationId="{A1323E0D-47E8-01BD-BEAC-88BB09F68FAA}"/>
          </ac:spMkLst>
        </pc:spChg>
        <pc:spChg chg="mod">
          <ac:chgData name="Ronan Ogor" userId="473d6ea9-be06-4609-b78d-125cc115ecf4" providerId="ADAL" clId="{B561F487-D44B-4102-99BC-5E6CD2D241BF}" dt="2025-12-14T15:32:42.600" v="3771" actId="1076"/>
          <ac:spMkLst>
            <pc:docMk/>
            <pc:sldMk cId="1474600439" sldId="610"/>
            <ac:spMk id="21" creationId="{2BEC1DC9-BFA2-CB5C-1B2A-9EF7C78663AC}"/>
          </ac:spMkLst>
        </pc:spChg>
        <pc:cxnChg chg="mod">
          <ac:chgData name="Ronan Ogor" userId="473d6ea9-be06-4609-b78d-125cc115ecf4" providerId="ADAL" clId="{B561F487-D44B-4102-99BC-5E6CD2D241BF}" dt="2025-12-14T15:32:06.458" v="3672" actId="1076"/>
          <ac:cxnSpMkLst>
            <pc:docMk/>
            <pc:sldMk cId="1474600439" sldId="610"/>
            <ac:cxnSpMk id="7" creationId="{ED639D51-456A-BB2F-EEEB-A3269AFBB613}"/>
          </ac:cxnSpMkLst>
        </pc:cxnChg>
        <pc:cxnChg chg="del mod">
          <ac:chgData name="Ronan Ogor" userId="473d6ea9-be06-4609-b78d-125cc115ecf4" providerId="ADAL" clId="{B561F487-D44B-4102-99BC-5E6CD2D241BF}" dt="2025-12-14T15:29:50.284" v="3608" actId="478"/>
          <ac:cxnSpMkLst>
            <pc:docMk/>
            <pc:sldMk cId="1474600439" sldId="610"/>
            <ac:cxnSpMk id="10" creationId="{422F7B39-D743-E902-8AFC-07D74AF1BB5D}"/>
          </ac:cxnSpMkLst>
        </pc:cxnChg>
        <pc:cxnChg chg="add mod">
          <ac:chgData name="Ronan Ogor" userId="473d6ea9-be06-4609-b78d-125cc115ecf4" providerId="ADAL" clId="{B561F487-D44B-4102-99BC-5E6CD2D241BF}" dt="2025-12-14T15:32:08.857" v="3673" actId="571"/>
          <ac:cxnSpMkLst>
            <pc:docMk/>
            <pc:sldMk cId="1474600439" sldId="610"/>
            <ac:cxnSpMk id="12" creationId="{5DC5E344-DABA-B139-7F2B-B82CC0E2C30D}"/>
          </ac:cxnSpMkLst>
        </pc:cxnChg>
      </pc:sldChg>
      <pc:sldChg chg="new del">
        <pc:chgData name="Ronan Ogor" userId="473d6ea9-be06-4609-b78d-125cc115ecf4" providerId="ADAL" clId="{B561F487-D44B-4102-99BC-5E6CD2D241BF}" dt="2025-12-14T15:39:32.096" v="4056" actId="47"/>
        <pc:sldMkLst>
          <pc:docMk/>
          <pc:sldMk cId="2573777666" sldId="6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725BDAD-0DBC-F65B-A457-72BF54E9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>
            <a:extLst>
              <a:ext uri="{FF2B5EF4-FFF2-40B4-BE49-F238E27FC236}">
                <a16:creationId xmlns:a16="http://schemas.microsoft.com/office/drawing/2014/main" id="{0DA0C2FE-4B8A-66C7-FEE0-871A73DA5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5:notes">
            <a:extLst>
              <a:ext uri="{FF2B5EF4-FFF2-40B4-BE49-F238E27FC236}">
                <a16:creationId xmlns:a16="http://schemas.microsoft.com/office/drawing/2014/main" id="{034F2D6B-0CAE-B317-FAC1-0A7F52B025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You can make a parallel with canvas to explain the root notion and the methods.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Document = the whole web page    ⬄ Canvas = the drawing screen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5:notes">
            <a:extLst>
              <a:ext uri="{FF2B5EF4-FFF2-40B4-BE49-F238E27FC236}">
                <a16:creationId xmlns:a16="http://schemas.microsoft.com/office/drawing/2014/main" id="{4C1AE405-2711-4C73-AA15-CE3C4A65E0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8295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You can make a parallel with canvas to explain the root notion and the methods.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Document = the whole web page    ⬄ Canvas = the drawing screen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!!!!!!!!!!!!!!!!!!!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If you really want to explain querySelectorAll, take the time to explain how queries are made (Using CSS tags etc…)</a:t>
            </a:r>
            <a:endParaRPr/>
          </a:p>
        </p:txBody>
      </p:sp>
      <p:sp>
        <p:nvSpPr>
          <p:cNvPr id="171" name="Google Shape;17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8" name="Google Shape;16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01" name="Google Shape;20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12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701993" y="4420315"/>
            <a:ext cx="5615940" cy="418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50" tIns="93250" rIns="93250" bIns="93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3439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1751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joes.in/JS_tutorial/document_object_model_in_javascript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adtedu-my.sharepoint.com/:u:/g/personal/cs_cadt_edu_kh/IQDusVe_pPfVTbfOIv56OlMuAeegutzreS80i1VWvwXT0-8?e=s7FEns" TargetMode="External"/><Relationship Id="rId2" Type="http://schemas.openxmlformats.org/officeDocument/2006/relationships/hyperlink" Target="https://jsfiddle.net/munfz0h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g_vXSKbfUiQ" TargetMode="External"/><Relationship Id="rId3" Type="http://schemas.openxmlformats.org/officeDocument/2006/relationships/hyperlink" Target="https://www.w3schools.com/js/js_htmldom.asp" TargetMode="External"/><Relationship Id="rId7" Type="http://schemas.openxmlformats.org/officeDocument/2006/relationships/hyperlink" Target="https://www.youtube.com/watch?v=WCRi7y6aNrQ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RKXIMnSwUcg" TargetMode="External"/><Relationship Id="rId5" Type="http://schemas.openxmlformats.org/officeDocument/2006/relationships/hyperlink" Target="https://www.youtube.com/watch?v=FQtjI1PC5Z0" TargetMode="External"/><Relationship Id="rId4" Type="http://schemas.openxmlformats.org/officeDocument/2006/relationships/hyperlink" Target="https://www.youtube.com/watch?v=NO5kUNxGIu0" TargetMode="External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3498174" y="310655"/>
            <a:ext cx="519565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9600"/>
              <a:buFont typeface="Open Sans"/>
              <a:buNone/>
            </a:pPr>
            <a:r>
              <a:rPr lang="en-US" sz="6000" b="1" i="0" u="none" strike="noStrike" cap="none">
                <a:solidFill>
                  <a:schemeClr val="bg1">
                    <a:lumMod val="6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WEB DESIGN</a:t>
            </a:r>
            <a:endParaRPr lang="en-US" sz="800" b="0" i="0" u="none" strike="noStrike" cap="none">
              <a:solidFill>
                <a:schemeClr val="bg1">
                  <a:lumMod val="6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243967" y="1370329"/>
            <a:ext cx="10328907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Open Sans"/>
              <a:buNone/>
            </a:pPr>
            <a:r>
              <a:rPr lang="en-US" sz="6000" b="1" i="0" u="none" strike="noStrike" cap="none" dirty="0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rPr>
              <a:t>W10 – </a:t>
            </a:r>
            <a:r>
              <a:rPr lang="en-US" sz="6000" b="1" i="0" u="none" strike="noStrike" cap="none" dirty="0">
                <a:solidFill>
                  <a:srgbClr val="FFDA3E"/>
                </a:solidFill>
                <a:latin typeface="Open Sans"/>
                <a:ea typeface="Open Sans"/>
                <a:cs typeface="Open Sans"/>
                <a:sym typeface="Open Sans"/>
              </a:rPr>
              <a:t>DOM Manipulation</a:t>
            </a:r>
            <a:endParaRPr sz="2000" b="0" i="1" u="none" strike="noStrike" cap="none" dirty="0">
              <a:solidFill>
                <a:srgbClr val="FFDA3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2" name="Google Shape;92;p1"/>
          <p:cNvCxnSpPr/>
          <p:nvPr/>
        </p:nvCxnSpPr>
        <p:spPr>
          <a:xfrm>
            <a:off x="1277257" y="1298712"/>
            <a:ext cx="9637486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BFDBEF0-410B-C15A-4AF3-A8F444712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31825">
            <a:off x="3149192" y="2771775"/>
            <a:ext cx="5696144" cy="37241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3184395" y="647095"/>
            <a:ext cx="593916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you learn today?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7894" y="506899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23556" y="553045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16;p11">
            <a:extLst>
              <a:ext uri="{FF2B5EF4-FFF2-40B4-BE49-F238E27FC236}">
                <a16:creationId xmlns:a16="http://schemas.microsoft.com/office/drawing/2014/main" id="{58FFF478-82AD-4C7E-9A42-078744BB2532}"/>
              </a:ext>
            </a:extLst>
          </p:cNvPr>
          <p:cNvSpPr txBox="1"/>
          <p:nvPr/>
        </p:nvSpPr>
        <p:spPr>
          <a:xfrm>
            <a:off x="469099" y="1686630"/>
            <a:ext cx="11026216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DOM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elements			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example using the ID of the element)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DOM </a:t>
            </a:r>
            <a:r>
              <a:rPr lang="en-US" sz="24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 properties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example the text content)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DOM </a:t>
            </a:r>
            <a:r>
              <a:rPr lang="en-US" sz="24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 styles	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example the visibility, color)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 </a:t>
            </a:r>
            <a:r>
              <a:rPr lang="en-US" sz="24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events			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example a click on  button)</a:t>
            </a:r>
            <a:r>
              <a:rPr lang="en-US" sz="24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sz="2400" b="1" i="1" dirty="0">
              <a:solidFill>
                <a:srgbClr val="FF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 </a:t>
            </a:r>
            <a:r>
              <a:rPr lang="en-US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input value</a:t>
            </a:r>
            <a:r>
              <a:rPr lang="en-US" sz="24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new DOM element</a:t>
            </a:r>
            <a:endParaRPr lang="en-US" sz="2400" b="1" dirty="0">
              <a:solidFill>
                <a:srgbClr val="FF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113B43E9-727D-782A-64A4-531870D05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66;p51">
            <a:extLst>
              <a:ext uri="{FF2B5EF4-FFF2-40B4-BE49-F238E27FC236}">
                <a16:creationId xmlns:a16="http://schemas.microsoft.com/office/drawing/2014/main" id="{A88F90E7-C981-873C-7558-02D6AC3BED37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32;p4">
            <a:extLst>
              <a:ext uri="{FF2B5EF4-FFF2-40B4-BE49-F238E27FC236}">
                <a16:creationId xmlns:a16="http://schemas.microsoft.com/office/drawing/2014/main" id="{6569F732-FBBE-D9E0-D3D8-674E420D76BF}"/>
              </a:ext>
            </a:extLst>
          </p:cNvPr>
          <p:cNvSpPr txBox="1"/>
          <p:nvPr/>
        </p:nvSpPr>
        <p:spPr>
          <a:xfrm>
            <a:off x="1632144" y="381964"/>
            <a:ext cx="932688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000"/>
            </a:pP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The power of 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JavaScript </a:t>
            </a:r>
            <a:r>
              <a:rPr lang="en-US" sz="4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with HTML</a:t>
            </a:r>
            <a:endParaRPr sz="40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3;p4">
            <a:extLst>
              <a:ext uri="{FF2B5EF4-FFF2-40B4-BE49-F238E27FC236}">
                <a16:creationId xmlns:a16="http://schemas.microsoft.com/office/drawing/2014/main" id="{F0BDBB88-5111-51E7-BBE5-BC1E5D15A1EA}"/>
              </a:ext>
            </a:extLst>
          </p:cNvPr>
          <p:cNvSpPr txBox="1"/>
          <p:nvPr/>
        </p:nvSpPr>
        <p:spPr>
          <a:xfrm>
            <a:off x="1279071" y="1136996"/>
            <a:ext cx="1038136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 can  be used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pages to 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HTML elements dynamically</a:t>
            </a:r>
            <a:endParaRPr sz="24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0E5674-4F8A-418F-C7F5-AA961C6A0CF0}"/>
              </a:ext>
            </a:extLst>
          </p:cNvPr>
          <p:cNvSpPr txBox="1"/>
          <p:nvPr/>
        </p:nvSpPr>
        <p:spPr>
          <a:xfrm>
            <a:off x="413962" y="1919619"/>
            <a:ext cx="8851900" cy="3416320"/>
          </a:xfrm>
          <a:custGeom>
            <a:avLst/>
            <a:gdLst>
              <a:gd name="connsiteX0" fmla="*/ 0 w 8851900"/>
              <a:gd name="connsiteY0" fmla="*/ 0 h 3416320"/>
              <a:gd name="connsiteX1" fmla="*/ 590127 w 8851900"/>
              <a:gd name="connsiteY1" fmla="*/ 0 h 3416320"/>
              <a:gd name="connsiteX2" fmla="*/ 1091734 w 8851900"/>
              <a:gd name="connsiteY2" fmla="*/ 0 h 3416320"/>
              <a:gd name="connsiteX3" fmla="*/ 1770380 w 8851900"/>
              <a:gd name="connsiteY3" fmla="*/ 0 h 3416320"/>
              <a:gd name="connsiteX4" fmla="*/ 2449026 w 8851900"/>
              <a:gd name="connsiteY4" fmla="*/ 0 h 3416320"/>
              <a:gd name="connsiteX5" fmla="*/ 2773595 w 8851900"/>
              <a:gd name="connsiteY5" fmla="*/ 0 h 3416320"/>
              <a:gd name="connsiteX6" fmla="*/ 3540760 w 8851900"/>
              <a:gd name="connsiteY6" fmla="*/ 0 h 3416320"/>
              <a:gd name="connsiteX7" fmla="*/ 4307925 w 8851900"/>
              <a:gd name="connsiteY7" fmla="*/ 0 h 3416320"/>
              <a:gd name="connsiteX8" fmla="*/ 4986570 w 8851900"/>
              <a:gd name="connsiteY8" fmla="*/ 0 h 3416320"/>
              <a:gd name="connsiteX9" fmla="*/ 5753735 w 8851900"/>
              <a:gd name="connsiteY9" fmla="*/ 0 h 3416320"/>
              <a:gd name="connsiteX10" fmla="*/ 6166824 w 8851900"/>
              <a:gd name="connsiteY10" fmla="*/ 0 h 3416320"/>
              <a:gd name="connsiteX11" fmla="*/ 6756950 w 8851900"/>
              <a:gd name="connsiteY11" fmla="*/ 0 h 3416320"/>
              <a:gd name="connsiteX12" fmla="*/ 7435596 w 8851900"/>
              <a:gd name="connsiteY12" fmla="*/ 0 h 3416320"/>
              <a:gd name="connsiteX13" fmla="*/ 7760166 w 8851900"/>
              <a:gd name="connsiteY13" fmla="*/ 0 h 3416320"/>
              <a:gd name="connsiteX14" fmla="*/ 8851900 w 8851900"/>
              <a:gd name="connsiteY14" fmla="*/ 0 h 3416320"/>
              <a:gd name="connsiteX15" fmla="*/ 8851900 w 8851900"/>
              <a:gd name="connsiteY15" fmla="*/ 603550 h 3416320"/>
              <a:gd name="connsiteX16" fmla="*/ 8851900 w 8851900"/>
              <a:gd name="connsiteY16" fmla="*/ 1241263 h 3416320"/>
              <a:gd name="connsiteX17" fmla="*/ 8851900 w 8851900"/>
              <a:gd name="connsiteY17" fmla="*/ 1878976 h 3416320"/>
              <a:gd name="connsiteX18" fmla="*/ 8851900 w 8851900"/>
              <a:gd name="connsiteY18" fmla="*/ 2482526 h 3416320"/>
              <a:gd name="connsiteX19" fmla="*/ 8851900 w 8851900"/>
              <a:gd name="connsiteY19" fmla="*/ 3416320 h 3416320"/>
              <a:gd name="connsiteX20" fmla="*/ 8438811 w 8851900"/>
              <a:gd name="connsiteY20" fmla="*/ 3416320 h 3416320"/>
              <a:gd name="connsiteX21" fmla="*/ 7760166 w 8851900"/>
              <a:gd name="connsiteY21" fmla="*/ 3416320 h 3416320"/>
              <a:gd name="connsiteX22" fmla="*/ 6993001 w 8851900"/>
              <a:gd name="connsiteY22" fmla="*/ 3416320 h 3416320"/>
              <a:gd name="connsiteX23" fmla="*/ 6225836 w 8851900"/>
              <a:gd name="connsiteY23" fmla="*/ 3416320 h 3416320"/>
              <a:gd name="connsiteX24" fmla="*/ 5547191 w 8851900"/>
              <a:gd name="connsiteY24" fmla="*/ 3416320 h 3416320"/>
              <a:gd name="connsiteX25" fmla="*/ 5045583 w 8851900"/>
              <a:gd name="connsiteY25" fmla="*/ 3416320 h 3416320"/>
              <a:gd name="connsiteX26" fmla="*/ 4366937 w 8851900"/>
              <a:gd name="connsiteY26" fmla="*/ 3416320 h 3416320"/>
              <a:gd name="connsiteX27" fmla="*/ 3599773 w 8851900"/>
              <a:gd name="connsiteY27" fmla="*/ 3416320 h 3416320"/>
              <a:gd name="connsiteX28" fmla="*/ 3009646 w 8851900"/>
              <a:gd name="connsiteY28" fmla="*/ 3416320 h 3416320"/>
              <a:gd name="connsiteX29" fmla="*/ 2508038 w 8851900"/>
              <a:gd name="connsiteY29" fmla="*/ 3416320 h 3416320"/>
              <a:gd name="connsiteX30" fmla="*/ 2094950 w 8851900"/>
              <a:gd name="connsiteY30" fmla="*/ 3416320 h 3416320"/>
              <a:gd name="connsiteX31" fmla="*/ 1416304 w 8851900"/>
              <a:gd name="connsiteY31" fmla="*/ 3416320 h 3416320"/>
              <a:gd name="connsiteX32" fmla="*/ 649139 w 8851900"/>
              <a:gd name="connsiteY32" fmla="*/ 3416320 h 3416320"/>
              <a:gd name="connsiteX33" fmla="*/ 0 w 8851900"/>
              <a:gd name="connsiteY33" fmla="*/ 3416320 h 3416320"/>
              <a:gd name="connsiteX34" fmla="*/ 0 w 8851900"/>
              <a:gd name="connsiteY34" fmla="*/ 2778607 h 3416320"/>
              <a:gd name="connsiteX35" fmla="*/ 0 w 8851900"/>
              <a:gd name="connsiteY35" fmla="*/ 2140894 h 3416320"/>
              <a:gd name="connsiteX36" fmla="*/ 0 w 8851900"/>
              <a:gd name="connsiteY36" fmla="*/ 1639834 h 3416320"/>
              <a:gd name="connsiteX37" fmla="*/ 0 w 8851900"/>
              <a:gd name="connsiteY37" fmla="*/ 1002121 h 3416320"/>
              <a:gd name="connsiteX38" fmla="*/ 0 w 8851900"/>
              <a:gd name="connsiteY38" fmla="*/ 535223 h 3416320"/>
              <a:gd name="connsiteX39" fmla="*/ 0 w 8851900"/>
              <a:gd name="connsiteY39" fmla="*/ 0 h 3416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851900" h="3416320" extrusionOk="0">
                <a:moveTo>
                  <a:pt x="0" y="0"/>
                </a:moveTo>
                <a:cubicBezTo>
                  <a:pt x="217017" y="-65339"/>
                  <a:pt x="353316" y="18673"/>
                  <a:pt x="590127" y="0"/>
                </a:cubicBezTo>
                <a:cubicBezTo>
                  <a:pt x="826938" y="-18673"/>
                  <a:pt x="897464" y="32295"/>
                  <a:pt x="1091734" y="0"/>
                </a:cubicBezTo>
                <a:cubicBezTo>
                  <a:pt x="1286004" y="-32295"/>
                  <a:pt x="1461240" y="74222"/>
                  <a:pt x="1770380" y="0"/>
                </a:cubicBezTo>
                <a:cubicBezTo>
                  <a:pt x="2079520" y="-74222"/>
                  <a:pt x="2169340" y="5420"/>
                  <a:pt x="2449026" y="0"/>
                </a:cubicBezTo>
                <a:cubicBezTo>
                  <a:pt x="2728712" y="-5420"/>
                  <a:pt x="2684908" y="1042"/>
                  <a:pt x="2773595" y="0"/>
                </a:cubicBezTo>
                <a:cubicBezTo>
                  <a:pt x="2862282" y="-1042"/>
                  <a:pt x="3257044" y="70250"/>
                  <a:pt x="3540760" y="0"/>
                </a:cubicBezTo>
                <a:cubicBezTo>
                  <a:pt x="3824476" y="-70250"/>
                  <a:pt x="3942381" y="7712"/>
                  <a:pt x="4307925" y="0"/>
                </a:cubicBezTo>
                <a:cubicBezTo>
                  <a:pt x="4673469" y="-7712"/>
                  <a:pt x="4656744" y="78096"/>
                  <a:pt x="4986570" y="0"/>
                </a:cubicBezTo>
                <a:cubicBezTo>
                  <a:pt x="5316397" y="-78096"/>
                  <a:pt x="5445085" y="53030"/>
                  <a:pt x="5753735" y="0"/>
                </a:cubicBezTo>
                <a:cubicBezTo>
                  <a:pt x="6062386" y="-53030"/>
                  <a:pt x="6051182" y="9061"/>
                  <a:pt x="6166824" y="0"/>
                </a:cubicBezTo>
                <a:cubicBezTo>
                  <a:pt x="6282466" y="-9061"/>
                  <a:pt x="6463397" y="30217"/>
                  <a:pt x="6756950" y="0"/>
                </a:cubicBezTo>
                <a:cubicBezTo>
                  <a:pt x="7050503" y="-30217"/>
                  <a:pt x="7100002" y="37591"/>
                  <a:pt x="7435596" y="0"/>
                </a:cubicBezTo>
                <a:cubicBezTo>
                  <a:pt x="7771190" y="-37591"/>
                  <a:pt x="7662789" y="10505"/>
                  <a:pt x="7760166" y="0"/>
                </a:cubicBezTo>
                <a:cubicBezTo>
                  <a:pt x="7857543" y="-10505"/>
                  <a:pt x="8406957" y="130287"/>
                  <a:pt x="8851900" y="0"/>
                </a:cubicBezTo>
                <a:cubicBezTo>
                  <a:pt x="8859889" y="208428"/>
                  <a:pt x="8784953" y="414541"/>
                  <a:pt x="8851900" y="603550"/>
                </a:cubicBezTo>
                <a:cubicBezTo>
                  <a:pt x="8918847" y="792559"/>
                  <a:pt x="8776091" y="934309"/>
                  <a:pt x="8851900" y="1241263"/>
                </a:cubicBezTo>
                <a:cubicBezTo>
                  <a:pt x="8927709" y="1548217"/>
                  <a:pt x="8785206" y="1652160"/>
                  <a:pt x="8851900" y="1878976"/>
                </a:cubicBezTo>
                <a:cubicBezTo>
                  <a:pt x="8918594" y="2105792"/>
                  <a:pt x="8830762" y="2271328"/>
                  <a:pt x="8851900" y="2482526"/>
                </a:cubicBezTo>
                <a:cubicBezTo>
                  <a:pt x="8873038" y="2693724"/>
                  <a:pt x="8753009" y="3183235"/>
                  <a:pt x="8851900" y="3416320"/>
                </a:cubicBezTo>
                <a:cubicBezTo>
                  <a:pt x="8765139" y="3424120"/>
                  <a:pt x="8549290" y="3407031"/>
                  <a:pt x="8438811" y="3416320"/>
                </a:cubicBezTo>
                <a:cubicBezTo>
                  <a:pt x="8328333" y="3425609"/>
                  <a:pt x="8051927" y="3384441"/>
                  <a:pt x="7760166" y="3416320"/>
                </a:cubicBezTo>
                <a:cubicBezTo>
                  <a:pt x="7468405" y="3448199"/>
                  <a:pt x="7253506" y="3358474"/>
                  <a:pt x="6993001" y="3416320"/>
                </a:cubicBezTo>
                <a:cubicBezTo>
                  <a:pt x="6732497" y="3474166"/>
                  <a:pt x="6454972" y="3386399"/>
                  <a:pt x="6225836" y="3416320"/>
                </a:cubicBezTo>
                <a:cubicBezTo>
                  <a:pt x="5996701" y="3446241"/>
                  <a:pt x="5694392" y="3359140"/>
                  <a:pt x="5547191" y="3416320"/>
                </a:cubicBezTo>
                <a:cubicBezTo>
                  <a:pt x="5399991" y="3473500"/>
                  <a:pt x="5150596" y="3357460"/>
                  <a:pt x="5045583" y="3416320"/>
                </a:cubicBezTo>
                <a:cubicBezTo>
                  <a:pt x="4940570" y="3475180"/>
                  <a:pt x="4594419" y="3382188"/>
                  <a:pt x="4366937" y="3416320"/>
                </a:cubicBezTo>
                <a:cubicBezTo>
                  <a:pt x="4139455" y="3450452"/>
                  <a:pt x="3797689" y="3406883"/>
                  <a:pt x="3599773" y="3416320"/>
                </a:cubicBezTo>
                <a:cubicBezTo>
                  <a:pt x="3401857" y="3425757"/>
                  <a:pt x="3271119" y="3373839"/>
                  <a:pt x="3009646" y="3416320"/>
                </a:cubicBezTo>
                <a:cubicBezTo>
                  <a:pt x="2748173" y="3458801"/>
                  <a:pt x="2695274" y="3403607"/>
                  <a:pt x="2508038" y="3416320"/>
                </a:cubicBezTo>
                <a:cubicBezTo>
                  <a:pt x="2320802" y="3429033"/>
                  <a:pt x="2290948" y="3390205"/>
                  <a:pt x="2094950" y="3416320"/>
                </a:cubicBezTo>
                <a:cubicBezTo>
                  <a:pt x="1898952" y="3442435"/>
                  <a:pt x="1692170" y="3403441"/>
                  <a:pt x="1416304" y="3416320"/>
                </a:cubicBezTo>
                <a:cubicBezTo>
                  <a:pt x="1140438" y="3429199"/>
                  <a:pt x="846919" y="3394908"/>
                  <a:pt x="649139" y="3416320"/>
                </a:cubicBezTo>
                <a:cubicBezTo>
                  <a:pt x="451360" y="3437732"/>
                  <a:pt x="203781" y="3358785"/>
                  <a:pt x="0" y="3416320"/>
                </a:cubicBezTo>
                <a:cubicBezTo>
                  <a:pt x="-36914" y="3164123"/>
                  <a:pt x="20188" y="3056569"/>
                  <a:pt x="0" y="2778607"/>
                </a:cubicBezTo>
                <a:cubicBezTo>
                  <a:pt x="-20188" y="2500645"/>
                  <a:pt x="46626" y="2351534"/>
                  <a:pt x="0" y="2140894"/>
                </a:cubicBezTo>
                <a:cubicBezTo>
                  <a:pt x="-46626" y="1930254"/>
                  <a:pt x="26711" y="1794985"/>
                  <a:pt x="0" y="1639834"/>
                </a:cubicBezTo>
                <a:cubicBezTo>
                  <a:pt x="-26711" y="1484683"/>
                  <a:pt x="27065" y="1151145"/>
                  <a:pt x="0" y="1002121"/>
                </a:cubicBezTo>
                <a:cubicBezTo>
                  <a:pt x="-27065" y="853097"/>
                  <a:pt x="26118" y="718778"/>
                  <a:pt x="0" y="535223"/>
                </a:cubicBezTo>
                <a:cubicBezTo>
                  <a:pt x="-26118" y="351668"/>
                  <a:pt x="34724" y="22007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42523901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Hello.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paragraph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8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paragraph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textContent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 from JavaScript!"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44DD69-BE80-2120-CBC8-E6FFF4BF1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59593">
            <a:off x="6159893" y="4927346"/>
            <a:ext cx="5178302" cy="117366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5" name="Google Shape;155;p5">
            <a:extLst>
              <a:ext uri="{FF2B5EF4-FFF2-40B4-BE49-F238E27FC236}">
                <a16:creationId xmlns:a16="http://schemas.microsoft.com/office/drawing/2014/main" id="{DD26CEA6-6396-D453-D390-D4C2DAA33E1E}"/>
              </a:ext>
            </a:extLst>
          </p:cNvPr>
          <p:cNvSpPr txBox="1"/>
          <p:nvPr/>
        </p:nvSpPr>
        <p:spPr>
          <a:xfrm>
            <a:off x="3794967" y="2968468"/>
            <a:ext cx="460206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1 - Get the HTML element of id ‘’text”</a:t>
            </a:r>
            <a:endParaRPr sz="1800" b="1" i="0" u="none" strike="noStrike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156;p5">
            <a:extLst>
              <a:ext uri="{FF2B5EF4-FFF2-40B4-BE49-F238E27FC236}">
                <a16:creationId xmlns:a16="http://schemas.microsoft.com/office/drawing/2014/main" id="{C856B10E-E340-DA37-C265-002C5530A4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68911" y="2924484"/>
            <a:ext cx="710984" cy="695606"/>
          </a:xfrm>
          <a:prstGeom prst="curvedConnector3">
            <a:avLst>
              <a:gd name="adj1" fmla="val 50000"/>
            </a:avLst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" name="Google Shape;155;p5">
            <a:extLst>
              <a:ext uri="{FF2B5EF4-FFF2-40B4-BE49-F238E27FC236}">
                <a16:creationId xmlns:a16="http://schemas.microsoft.com/office/drawing/2014/main" id="{C403AB7B-C9B2-921B-2684-FF71DE34F1FB}"/>
              </a:ext>
            </a:extLst>
          </p:cNvPr>
          <p:cNvSpPr txBox="1"/>
          <p:nvPr/>
        </p:nvSpPr>
        <p:spPr>
          <a:xfrm>
            <a:off x="8219797" y="3244354"/>
            <a:ext cx="38226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2 - Change its value dynamically</a:t>
            </a:r>
            <a:endParaRPr sz="1800" b="1" i="0" u="none" strike="noStrike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56;p5">
            <a:extLst>
              <a:ext uri="{FF2B5EF4-FFF2-40B4-BE49-F238E27FC236}">
                <a16:creationId xmlns:a16="http://schemas.microsoft.com/office/drawing/2014/main" id="{6B5A84DB-0C3F-C81D-890E-0B3228581037}"/>
              </a:ext>
            </a:extLst>
          </p:cNvPr>
          <p:cNvCxnSpPr>
            <a:cxnSpLocks/>
            <a:stCxn id="17" idx="2"/>
          </p:cNvCxnSpPr>
          <p:nvPr/>
        </p:nvCxnSpPr>
        <p:spPr>
          <a:xfrm rot="5400000">
            <a:off x="8521211" y="2446949"/>
            <a:ext cx="443240" cy="2776632"/>
          </a:xfrm>
          <a:prstGeom prst="curvedConnector2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" name="Google Shape;156;p5">
            <a:extLst>
              <a:ext uri="{FF2B5EF4-FFF2-40B4-BE49-F238E27FC236}">
                <a16:creationId xmlns:a16="http://schemas.microsoft.com/office/drawing/2014/main" id="{8E2F66B5-113B-6A7A-DFF9-23E8950DC4C2}"/>
              </a:ext>
            </a:extLst>
          </p:cNvPr>
          <p:cNvCxnSpPr>
            <a:cxnSpLocks/>
          </p:cNvCxnSpPr>
          <p:nvPr/>
        </p:nvCxnSpPr>
        <p:spPr>
          <a:xfrm rot="10800000">
            <a:off x="8618769" y="5737012"/>
            <a:ext cx="1294185" cy="553944"/>
          </a:xfrm>
          <a:prstGeom prst="curvedConnector3">
            <a:avLst>
              <a:gd name="adj1" fmla="val 50000"/>
            </a:avLst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" name="Google Shape;155;p5">
            <a:extLst>
              <a:ext uri="{FF2B5EF4-FFF2-40B4-BE49-F238E27FC236}">
                <a16:creationId xmlns:a16="http://schemas.microsoft.com/office/drawing/2014/main" id="{84C6606E-BD76-77D1-0520-A289EC91EFD6}"/>
              </a:ext>
            </a:extLst>
          </p:cNvPr>
          <p:cNvSpPr txBox="1"/>
          <p:nvPr/>
        </p:nvSpPr>
        <p:spPr>
          <a:xfrm>
            <a:off x="8765897" y="6323165"/>
            <a:ext cx="38226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3  - UI is automatically updated</a:t>
            </a:r>
            <a:endParaRPr sz="1800" b="1" i="0" u="none" strike="noStrike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065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7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22820" y="2190587"/>
            <a:ext cx="3765480" cy="378839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 txBox="1"/>
          <p:nvPr/>
        </p:nvSpPr>
        <p:spPr>
          <a:xfrm>
            <a:off x="976836" y="2267092"/>
            <a:ext cx="226221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800" b="1" i="0" u="none" strike="noStrike" cap="none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document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root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DOM tree</a:t>
            </a:r>
            <a:endParaRPr sz="1800" b="0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918131" y="4416377"/>
            <a:ext cx="309228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 can have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children</a:t>
            </a:r>
            <a:endParaRPr sz="1800" b="1" i="0" u="none" strike="noStrike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5"/>
          <p:cNvCxnSpPr>
            <a:cxnSpLocks/>
          </p:cNvCxnSpPr>
          <p:nvPr/>
        </p:nvCxnSpPr>
        <p:spPr>
          <a:xfrm flipV="1">
            <a:off x="3239053" y="2258720"/>
            <a:ext cx="983767" cy="470017"/>
          </a:xfrm>
          <a:prstGeom prst="curvedConnector3">
            <a:avLst>
              <a:gd name="adj1" fmla="val 50000"/>
            </a:avLst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4" name="Google Shape;154;p5"/>
          <p:cNvCxnSpPr>
            <a:cxnSpLocks/>
          </p:cNvCxnSpPr>
          <p:nvPr/>
        </p:nvCxnSpPr>
        <p:spPr>
          <a:xfrm flipV="1">
            <a:off x="4081218" y="4303744"/>
            <a:ext cx="1001672" cy="358889"/>
          </a:xfrm>
          <a:prstGeom prst="curvedConnector3">
            <a:avLst>
              <a:gd name="adj1" fmla="val 50000"/>
            </a:avLst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5" name="Google Shape;155;p5"/>
          <p:cNvSpPr txBox="1"/>
          <p:nvPr/>
        </p:nvSpPr>
        <p:spPr>
          <a:xfrm>
            <a:off x="8129902" y="2827085"/>
            <a:ext cx="317191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 can have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endParaRPr sz="1800" b="1" i="0" u="none" strike="noStrike" cap="none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5"/>
          <p:cNvCxnSpPr/>
          <p:nvPr/>
        </p:nvCxnSpPr>
        <p:spPr>
          <a:xfrm flipH="1">
            <a:off x="7184302" y="3007355"/>
            <a:ext cx="945600" cy="647400"/>
          </a:xfrm>
          <a:prstGeom prst="curvedConnector2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" name="Google Shape;166;p51">
            <a:extLst>
              <a:ext uri="{FF2B5EF4-FFF2-40B4-BE49-F238E27FC236}">
                <a16:creationId xmlns:a16="http://schemas.microsoft.com/office/drawing/2014/main" id="{CEFC5EBC-387E-4E46-895F-AB1266F345A6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32;p4">
            <a:extLst>
              <a:ext uri="{FF2B5EF4-FFF2-40B4-BE49-F238E27FC236}">
                <a16:creationId xmlns:a16="http://schemas.microsoft.com/office/drawing/2014/main" id="{BDD4B146-363D-4A0A-8277-989318E0E817}"/>
              </a:ext>
            </a:extLst>
          </p:cNvPr>
          <p:cNvSpPr txBox="1"/>
          <p:nvPr/>
        </p:nvSpPr>
        <p:spPr>
          <a:xfrm>
            <a:off x="1346233" y="278064"/>
            <a:ext cx="932688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What is the 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DOM</a:t>
            </a: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40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3;p4">
            <a:extLst>
              <a:ext uri="{FF2B5EF4-FFF2-40B4-BE49-F238E27FC236}">
                <a16:creationId xmlns:a16="http://schemas.microsoft.com/office/drawing/2014/main" id="{CBECB0E7-522D-4E02-8BBC-26A143321347}"/>
              </a:ext>
            </a:extLst>
          </p:cNvPr>
          <p:cNvSpPr txBox="1"/>
          <p:nvPr/>
        </p:nvSpPr>
        <p:spPr>
          <a:xfrm>
            <a:off x="1378470" y="1018694"/>
            <a:ext cx="977435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 (Document Object Model) is a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tree structure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an HTML page where each node is an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representing a part of this page</a:t>
            </a:r>
            <a:endParaRPr sz="20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A54C6A-097B-9100-8D6C-65E66E4E4487}"/>
              </a:ext>
            </a:extLst>
          </p:cNvPr>
          <p:cNvSpPr txBox="1"/>
          <p:nvPr/>
        </p:nvSpPr>
        <p:spPr>
          <a:xfrm>
            <a:off x="9677400" y="4165600"/>
            <a:ext cx="24196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browser </a:t>
            </a:r>
            <a:r>
              <a:rPr lang="en-US" sz="2000" b="1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the DOM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render the page.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EB504-D926-FE23-546D-2091F5F38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0433" y="5162981"/>
            <a:ext cx="1337043" cy="1337043"/>
          </a:xfrm>
          <a:prstGeom prst="rect">
            <a:avLst/>
          </a:prstGeom>
        </p:spPr>
      </p:pic>
      <p:cxnSp>
        <p:nvCxnSpPr>
          <p:cNvPr id="5" name="Google Shape;156;p5">
            <a:extLst>
              <a:ext uri="{FF2B5EF4-FFF2-40B4-BE49-F238E27FC236}">
                <a16:creationId xmlns:a16="http://schemas.microsoft.com/office/drawing/2014/main" id="{0BECAF23-BF44-F342-C475-6667A5649644}"/>
              </a:ext>
            </a:extLst>
          </p:cNvPr>
          <p:cNvCxnSpPr>
            <a:cxnSpLocks/>
            <a:stCxn id="4" idx="0"/>
          </p:cNvCxnSpPr>
          <p:nvPr/>
        </p:nvCxnSpPr>
        <p:spPr>
          <a:xfrm rot="16200000" flipV="1">
            <a:off x="8193730" y="4117756"/>
            <a:ext cx="476335" cy="1614116"/>
          </a:xfrm>
          <a:prstGeom prst="curvedConnector2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52" grpId="0"/>
      <p:bldP spid="155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6;p51">
            <a:extLst>
              <a:ext uri="{FF2B5EF4-FFF2-40B4-BE49-F238E27FC236}">
                <a16:creationId xmlns:a16="http://schemas.microsoft.com/office/drawing/2014/main" id="{8D2DA6BA-0F22-BD43-A7EC-BB187422F8B9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150;p5">
            <a:extLst>
              <a:ext uri="{FF2B5EF4-FFF2-40B4-BE49-F238E27FC236}">
                <a16:creationId xmlns:a16="http://schemas.microsoft.com/office/drawing/2014/main" id="{5DF99C8A-7F34-2EBF-D583-0062BAE21EF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020203" y="3429000"/>
            <a:ext cx="3070527" cy="30892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32;p4">
            <a:extLst>
              <a:ext uri="{FF2B5EF4-FFF2-40B4-BE49-F238E27FC236}">
                <a16:creationId xmlns:a16="http://schemas.microsoft.com/office/drawing/2014/main" id="{EAD6B001-6563-9DD4-7195-4A657F38E99E}"/>
              </a:ext>
            </a:extLst>
          </p:cNvPr>
          <p:cNvSpPr txBox="1"/>
          <p:nvPr/>
        </p:nvSpPr>
        <p:spPr>
          <a:xfrm>
            <a:off x="1653794" y="454336"/>
            <a:ext cx="932688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What </a:t>
            </a:r>
            <a:r>
              <a:rPr lang="en-US" sz="4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can we do with the </a:t>
            </a:r>
            <a:r>
              <a:rPr lang="en-US" sz="4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DOM</a:t>
            </a:r>
            <a:r>
              <a:rPr lang="en-US" sz="4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?	</a:t>
            </a:r>
            <a:endParaRPr sz="40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B5A74-E69C-FA98-F332-5094124875F8}"/>
              </a:ext>
            </a:extLst>
          </p:cNvPr>
          <p:cNvSpPr txBox="1"/>
          <p:nvPr/>
        </p:nvSpPr>
        <p:spPr>
          <a:xfrm>
            <a:off x="8928370" y="2696624"/>
            <a:ext cx="2704830" cy="46166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10F464-54C8-D638-6938-7917F77FCAD9}"/>
              </a:ext>
            </a:extLst>
          </p:cNvPr>
          <p:cNvSpPr txBox="1"/>
          <p:nvPr/>
        </p:nvSpPr>
        <p:spPr>
          <a:xfrm>
            <a:off x="198535" y="2773647"/>
            <a:ext cx="2483263" cy="461665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JS</a:t>
            </a:r>
          </a:p>
        </p:txBody>
      </p:sp>
      <p:sp>
        <p:nvSpPr>
          <p:cNvPr id="14" name="Google Shape;133;p4">
            <a:extLst>
              <a:ext uri="{FF2B5EF4-FFF2-40B4-BE49-F238E27FC236}">
                <a16:creationId xmlns:a16="http://schemas.microsoft.com/office/drawing/2014/main" id="{96E32C1B-E7B0-69D2-4F8B-608A1A619817}"/>
              </a:ext>
            </a:extLst>
          </p:cNvPr>
          <p:cNvSpPr txBox="1"/>
          <p:nvPr/>
        </p:nvSpPr>
        <p:spPr>
          <a:xfrm rot="21059215">
            <a:off x="3682873" y="2319051"/>
            <a:ext cx="4489697" cy="2585283"/>
          </a:xfrm>
          <a:custGeom>
            <a:avLst/>
            <a:gdLst>
              <a:gd name="connsiteX0" fmla="*/ 0 w 4489697"/>
              <a:gd name="connsiteY0" fmla="*/ 0 h 2585283"/>
              <a:gd name="connsiteX1" fmla="*/ 651006 w 4489697"/>
              <a:gd name="connsiteY1" fmla="*/ 0 h 2585283"/>
              <a:gd name="connsiteX2" fmla="*/ 1212218 w 4489697"/>
              <a:gd name="connsiteY2" fmla="*/ 0 h 2585283"/>
              <a:gd name="connsiteX3" fmla="*/ 1818327 w 4489697"/>
              <a:gd name="connsiteY3" fmla="*/ 0 h 2585283"/>
              <a:gd name="connsiteX4" fmla="*/ 2334642 w 4489697"/>
              <a:gd name="connsiteY4" fmla="*/ 0 h 2585283"/>
              <a:gd name="connsiteX5" fmla="*/ 2806061 w 4489697"/>
              <a:gd name="connsiteY5" fmla="*/ 0 h 2585283"/>
              <a:gd name="connsiteX6" fmla="*/ 3232582 w 4489697"/>
              <a:gd name="connsiteY6" fmla="*/ 0 h 2585283"/>
              <a:gd name="connsiteX7" fmla="*/ 3883588 w 4489697"/>
              <a:gd name="connsiteY7" fmla="*/ 0 h 2585283"/>
              <a:gd name="connsiteX8" fmla="*/ 4489697 w 4489697"/>
              <a:gd name="connsiteY8" fmla="*/ 0 h 2585283"/>
              <a:gd name="connsiteX9" fmla="*/ 4489697 w 4489697"/>
              <a:gd name="connsiteY9" fmla="*/ 491204 h 2585283"/>
              <a:gd name="connsiteX10" fmla="*/ 4489697 w 4489697"/>
              <a:gd name="connsiteY10" fmla="*/ 1059966 h 2585283"/>
              <a:gd name="connsiteX11" fmla="*/ 4489697 w 4489697"/>
              <a:gd name="connsiteY11" fmla="*/ 1551170 h 2585283"/>
              <a:gd name="connsiteX12" fmla="*/ 4489697 w 4489697"/>
              <a:gd name="connsiteY12" fmla="*/ 2094079 h 2585283"/>
              <a:gd name="connsiteX13" fmla="*/ 4489697 w 4489697"/>
              <a:gd name="connsiteY13" fmla="*/ 2585283 h 2585283"/>
              <a:gd name="connsiteX14" fmla="*/ 3973382 w 4489697"/>
              <a:gd name="connsiteY14" fmla="*/ 2585283 h 2585283"/>
              <a:gd name="connsiteX15" fmla="*/ 3501964 w 4489697"/>
              <a:gd name="connsiteY15" fmla="*/ 2585283 h 2585283"/>
              <a:gd name="connsiteX16" fmla="*/ 2895855 w 4489697"/>
              <a:gd name="connsiteY16" fmla="*/ 2585283 h 2585283"/>
              <a:gd name="connsiteX17" fmla="*/ 2424436 w 4489697"/>
              <a:gd name="connsiteY17" fmla="*/ 2585283 h 2585283"/>
              <a:gd name="connsiteX18" fmla="*/ 1818327 w 4489697"/>
              <a:gd name="connsiteY18" fmla="*/ 2585283 h 2585283"/>
              <a:gd name="connsiteX19" fmla="*/ 1212218 w 4489697"/>
              <a:gd name="connsiteY19" fmla="*/ 2585283 h 2585283"/>
              <a:gd name="connsiteX20" fmla="*/ 651006 w 4489697"/>
              <a:gd name="connsiteY20" fmla="*/ 2585283 h 2585283"/>
              <a:gd name="connsiteX21" fmla="*/ 0 w 4489697"/>
              <a:gd name="connsiteY21" fmla="*/ 2585283 h 2585283"/>
              <a:gd name="connsiteX22" fmla="*/ 0 w 4489697"/>
              <a:gd name="connsiteY22" fmla="*/ 2016521 h 2585283"/>
              <a:gd name="connsiteX23" fmla="*/ 0 w 4489697"/>
              <a:gd name="connsiteY23" fmla="*/ 1447758 h 2585283"/>
              <a:gd name="connsiteX24" fmla="*/ 0 w 4489697"/>
              <a:gd name="connsiteY24" fmla="*/ 982408 h 2585283"/>
              <a:gd name="connsiteX25" fmla="*/ 0 w 4489697"/>
              <a:gd name="connsiteY25" fmla="*/ 517057 h 2585283"/>
              <a:gd name="connsiteX26" fmla="*/ 0 w 4489697"/>
              <a:gd name="connsiteY26" fmla="*/ 0 h 2585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4489697" h="2585283" extrusionOk="0">
                <a:moveTo>
                  <a:pt x="0" y="0"/>
                </a:moveTo>
                <a:cubicBezTo>
                  <a:pt x="312236" y="-10128"/>
                  <a:pt x="424371" y="1713"/>
                  <a:pt x="651006" y="0"/>
                </a:cubicBezTo>
                <a:cubicBezTo>
                  <a:pt x="877641" y="-1713"/>
                  <a:pt x="991509" y="57127"/>
                  <a:pt x="1212218" y="0"/>
                </a:cubicBezTo>
                <a:cubicBezTo>
                  <a:pt x="1432927" y="-57127"/>
                  <a:pt x="1674109" y="69039"/>
                  <a:pt x="1818327" y="0"/>
                </a:cubicBezTo>
                <a:cubicBezTo>
                  <a:pt x="1962545" y="-69039"/>
                  <a:pt x="2139604" y="40889"/>
                  <a:pt x="2334642" y="0"/>
                </a:cubicBezTo>
                <a:cubicBezTo>
                  <a:pt x="2529681" y="-40889"/>
                  <a:pt x="2589427" y="16129"/>
                  <a:pt x="2806061" y="0"/>
                </a:cubicBezTo>
                <a:cubicBezTo>
                  <a:pt x="3022695" y="-16129"/>
                  <a:pt x="3146941" y="47425"/>
                  <a:pt x="3232582" y="0"/>
                </a:cubicBezTo>
                <a:cubicBezTo>
                  <a:pt x="3318223" y="-47425"/>
                  <a:pt x="3653927" y="1306"/>
                  <a:pt x="3883588" y="0"/>
                </a:cubicBezTo>
                <a:cubicBezTo>
                  <a:pt x="4113249" y="-1306"/>
                  <a:pt x="4335434" y="48611"/>
                  <a:pt x="4489697" y="0"/>
                </a:cubicBezTo>
                <a:cubicBezTo>
                  <a:pt x="4530310" y="100528"/>
                  <a:pt x="4442528" y="321395"/>
                  <a:pt x="4489697" y="491204"/>
                </a:cubicBezTo>
                <a:cubicBezTo>
                  <a:pt x="4536866" y="661013"/>
                  <a:pt x="4446699" y="936588"/>
                  <a:pt x="4489697" y="1059966"/>
                </a:cubicBezTo>
                <a:cubicBezTo>
                  <a:pt x="4532695" y="1183344"/>
                  <a:pt x="4480415" y="1422836"/>
                  <a:pt x="4489697" y="1551170"/>
                </a:cubicBezTo>
                <a:cubicBezTo>
                  <a:pt x="4498979" y="1679504"/>
                  <a:pt x="4445323" y="1837536"/>
                  <a:pt x="4489697" y="2094079"/>
                </a:cubicBezTo>
                <a:cubicBezTo>
                  <a:pt x="4534071" y="2350622"/>
                  <a:pt x="4454777" y="2418177"/>
                  <a:pt x="4489697" y="2585283"/>
                </a:cubicBezTo>
                <a:cubicBezTo>
                  <a:pt x="4323963" y="2609612"/>
                  <a:pt x="4090272" y="2557217"/>
                  <a:pt x="3973382" y="2585283"/>
                </a:cubicBezTo>
                <a:cubicBezTo>
                  <a:pt x="3856492" y="2613349"/>
                  <a:pt x="3733457" y="2560959"/>
                  <a:pt x="3501964" y="2585283"/>
                </a:cubicBezTo>
                <a:cubicBezTo>
                  <a:pt x="3270471" y="2609607"/>
                  <a:pt x="3164726" y="2518436"/>
                  <a:pt x="2895855" y="2585283"/>
                </a:cubicBezTo>
                <a:cubicBezTo>
                  <a:pt x="2626984" y="2652130"/>
                  <a:pt x="2542710" y="2547060"/>
                  <a:pt x="2424436" y="2585283"/>
                </a:cubicBezTo>
                <a:cubicBezTo>
                  <a:pt x="2306162" y="2623506"/>
                  <a:pt x="2051903" y="2574835"/>
                  <a:pt x="1818327" y="2585283"/>
                </a:cubicBezTo>
                <a:cubicBezTo>
                  <a:pt x="1584751" y="2595731"/>
                  <a:pt x="1513760" y="2543356"/>
                  <a:pt x="1212218" y="2585283"/>
                </a:cubicBezTo>
                <a:cubicBezTo>
                  <a:pt x="910676" y="2627210"/>
                  <a:pt x="897160" y="2539716"/>
                  <a:pt x="651006" y="2585283"/>
                </a:cubicBezTo>
                <a:cubicBezTo>
                  <a:pt x="404852" y="2630850"/>
                  <a:pt x="208110" y="2554490"/>
                  <a:pt x="0" y="2585283"/>
                </a:cubicBezTo>
                <a:cubicBezTo>
                  <a:pt x="-16461" y="2424393"/>
                  <a:pt x="47654" y="2209989"/>
                  <a:pt x="0" y="2016521"/>
                </a:cubicBezTo>
                <a:cubicBezTo>
                  <a:pt x="-47654" y="1823053"/>
                  <a:pt x="17267" y="1678499"/>
                  <a:pt x="0" y="1447758"/>
                </a:cubicBezTo>
                <a:cubicBezTo>
                  <a:pt x="-17267" y="1217017"/>
                  <a:pt x="30766" y="1196668"/>
                  <a:pt x="0" y="982408"/>
                </a:cubicBezTo>
                <a:cubicBezTo>
                  <a:pt x="-30766" y="768148"/>
                  <a:pt x="16089" y="715289"/>
                  <a:pt x="0" y="517057"/>
                </a:cubicBezTo>
                <a:cubicBezTo>
                  <a:pt x="-16089" y="318825"/>
                  <a:pt x="26888" y="13590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160385845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SzPts val="3600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- Update elements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 attributes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  <a:ea typeface="Calibri"/>
              <a:cs typeface="Calibri"/>
              <a:sym typeface="Calibri"/>
            </a:endParaRPr>
          </a:p>
          <a:p>
            <a:pPr lvl="0">
              <a:lnSpc>
                <a:spcPct val="150000"/>
              </a:lnSpc>
              <a:buSzPts val="3600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- Update elements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 style</a:t>
            </a:r>
          </a:p>
          <a:p>
            <a:pPr lvl="0">
              <a:lnSpc>
                <a:spcPct val="150000"/>
              </a:lnSpc>
              <a:buSzPts val="3600"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- Remove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 elements</a:t>
            </a:r>
          </a:p>
          <a:p>
            <a:pPr marL="285750" lvl="0" indent="-285750">
              <a:lnSpc>
                <a:spcPct val="150000"/>
              </a:lnSpc>
              <a:buSzPts val="3600"/>
              <a:buFontTx/>
              <a:buChar char="-"/>
            </a:pP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Add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 elements</a:t>
            </a:r>
          </a:p>
          <a:p>
            <a:pPr marL="285750" lvl="0" indent="-285750">
              <a:lnSpc>
                <a:spcPct val="150000"/>
              </a:lnSpc>
              <a:buSzPts val="3600"/>
              <a:buFontTx/>
              <a:buChar char="-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Listen to elements 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Events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 </a:t>
            </a:r>
          </a:p>
          <a:p>
            <a:pPr marL="285750" lvl="0" indent="-285750">
              <a:lnSpc>
                <a:spcPct val="150000"/>
              </a:lnSpc>
              <a:buSzPts val="3600"/>
              <a:buFontTx/>
              <a:buChar char="-"/>
            </a:pPr>
            <a:r>
              <a:rPr lang="en-US" sz="1800" i="1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  <a:ea typeface="Calibri"/>
                <a:cs typeface="Calibri"/>
                <a:sym typeface="Calibri"/>
              </a:rPr>
              <a:t>And much more...</a:t>
            </a:r>
            <a:endParaRPr sz="1800" i="1" u="none" strike="noStrike" cap="none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hlinkClick r:id="rId3"/>
            <a:extLst>
              <a:ext uri="{FF2B5EF4-FFF2-40B4-BE49-F238E27FC236}">
                <a16:creationId xmlns:a16="http://schemas.microsoft.com/office/drawing/2014/main" id="{9EC19A1E-ACBF-F94F-DAA6-AB8DCB77CA58}"/>
              </a:ext>
            </a:extLst>
          </p:cNvPr>
          <p:cNvSpPr txBox="1"/>
          <p:nvPr/>
        </p:nvSpPr>
        <p:spPr>
          <a:xfrm rot="20455820">
            <a:off x="9708538" y="505488"/>
            <a:ext cx="1394934" cy="3693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INFOS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9ECCD1-84D2-E88B-BD68-C9BEA7FDECEB}"/>
              </a:ext>
            </a:extLst>
          </p:cNvPr>
          <p:cNvSpPr txBox="1"/>
          <p:nvPr/>
        </p:nvSpPr>
        <p:spPr>
          <a:xfrm>
            <a:off x="103500" y="3596156"/>
            <a:ext cx="24832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ts val="3600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JS, you can manipulate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DOM elements</a:t>
            </a:r>
            <a:endParaRPr lang="en-US" sz="2000" b="1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156;p5">
            <a:extLst>
              <a:ext uri="{FF2B5EF4-FFF2-40B4-BE49-F238E27FC236}">
                <a16:creationId xmlns:a16="http://schemas.microsoft.com/office/drawing/2014/main" id="{C2B3E19C-0294-CF75-7B1A-573E2152D427}"/>
              </a:ext>
            </a:extLst>
          </p:cNvPr>
          <p:cNvCxnSpPr>
            <a:cxnSpLocks/>
            <a:stCxn id="11" idx="0"/>
            <a:endCxn id="33" idx="1"/>
          </p:cNvCxnSpPr>
          <p:nvPr/>
        </p:nvCxnSpPr>
        <p:spPr>
          <a:xfrm rot="5400000" flipH="1" flipV="1">
            <a:off x="1772589" y="1563097"/>
            <a:ext cx="878128" cy="1542973"/>
          </a:xfrm>
          <a:prstGeom prst="curvedConnector2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99D8E60-1E12-5032-C593-866D7F2B0A2C}"/>
              </a:ext>
            </a:extLst>
          </p:cNvPr>
          <p:cNvSpPr txBox="1"/>
          <p:nvPr/>
        </p:nvSpPr>
        <p:spPr>
          <a:xfrm>
            <a:off x="2983140" y="1664686"/>
            <a:ext cx="5665559" cy="4616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DOM API</a:t>
            </a:r>
          </a:p>
        </p:txBody>
      </p:sp>
      <p:cxnSp>
        <p:nvCxnSpPr>
          <p:cNvPr id="36" name="Google Shape;156;p5">
            <a:extLst>
              <a:ext uri="{FF2B5EF4-FFF2-40B4-BE49-F238E27FC236}">
                <a16:creationId xmlns:a16="http://schemas.microsoft.com/office/drawing/2014/main" id="{409ED07B-60D5-0098-9A42-C666AF820C16}"/>
              </a:ext>
            </a:extLst>
          </p:cNvPr>
          <p:cNvCxnSpPr>
            <a:cxnSpLocks/>
            <a:stCxn id="33" idx="3"/>
            <a:endCxn id="8" idx="0"/>
          </p:cNvCxnSpPr>
          <p:nvPr/>
        </p:nvCxnSpPr>
        <p:spPr>
          <a:xfrm>
            <a:off x="8648699" y="1895519"/>
            <a:ext cx="1632086" cy="801105"/>
          </a:xfrm>
          <a:prstGeom prst="curvedConnector2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BDCA82C-EB6E-0855-7F23-6DC54FD25C74}"/>
              </a:ext>
            </a:extLst>
          </p:cNvPr>
          <p:cNvSpPr txBox="1"/>
          <p:nvPr/>
        </p:nvSpPr>
        <p:spPr>
          <a:xfrm>
            <a:off x="2983140" y="5558699"/>
            <a:ext cx="6986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! 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But 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not part of the JS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Browser uses the 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API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interact with DOM</a:t>
            </a:r>
          </a:p>
        </p:txBody>
      </p:sp>
    </p:spTree>
    <p:extLst>
      <p:ext uri="{BB962C8B-B14F-4D97-AF65-F5344CB8AC3E}">
        <p14:creationId xmlns:p14="http://schemas.microsoft.com/office/powerpoint/2010/main" val="313832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20" grpId="0"/>
      <p:bldP spid="33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" name="Google Shape;174;p7"/>
          <p:cNvGraphicFramePr/>
          <p:nvPr>
            <p:extLst>
              <p:ext uri="{D42A27DB-BD31-4B8C-83A1-F6EECF244321}">
                <p14:modId xmlns:p14="http://schemas.microsoft.com/office/powerpoint/2010/main" val="1512706788"/>
              </p:ext>
            </p:extLst>
          </p:nvPr>
        </p:nvGraphicFramePr>
        <p:xfrm>
          <a:off x="338137" y="1457325"/>
          <a:ext cx="11515725" cy="4391025"/>
        </p:xfrm>
        <a:graphic>
          <a:graphicData uri="http://schemas.openxmlformats.org/drawingml/2006/table">
            <a:tbl>
              <a:tblPr firstRow="1" firstCol="1" bandRow="1">
                <a:noFill/>
                <a:tableStyleId>{EC0BD0D1-5134-4630-968A-EB55C5758A8E}</a:tableStyleId>
              </a:tblPr>
              <a:tblGrid>
                <a:gridCol w="5612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2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82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var</a:t>
                      </a:r>
                      <a:r>
                        <a:rPr lang="en-US" sz="1800" u="none" strike="noStrike" cap="none" dirty="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800" u="none" strike="noStrike" cap="none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en-US" sz="1800" u="none" strike="noStrike" cap="none" dirty="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800" u="none" strike="noStrike" cap="none" dirty="0">
                          <a:solidFill>
                            <a:schemeClr val="tx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en-US" sz="1800" u="none" strike="noStrike" cap="none" dirty="0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800" u="none" strike="noStrike" cap="none" dirty="0" err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en-US" sz="18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.getElementById</a:t>
                      </a:r>
                      <a:r>
                        <a:rPr lang="en-US" sz="180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1" u="none" strike="noStrike" cap="none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en-US" sz="180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tx1"/>
                          </a:solidFill>
                        </a:rPr>
                        <a:t>Get the element that matches with </a:t>
                      </a:r>
                      <a:r>
                        <a:rPr lang="en-US" sz="2000" b="1" u="none" strike="noStrike" cap="none" dirty="0">
                          <a:solidFill>
                            <a:schemeClr val="accent6"/>
                          </a:solidFill>
                        </a:rPr>
                        <a:t>ID</a:t>
                      </a:r>
                      <a:endParaRPr sz="2000" b="1" u="none" strike="noStrike" cap="none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2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en-US" sz="18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.getElementsByClassName</a:t>
                      </a:r>
                      <a:r>
                        <a:rPr lang="en-US" sz="180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1" u="none" strike="noStrike" cap="none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</a:t>
                      </a:r>
                      <a:r>
                        <a:rPr lang="en-US" sz="180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tx1"/>
                          </a:solidFill>
                        </a:rPr>
                        <a:t>Get all elements that match with the </a:t>
                      </a:r>
                      <a:r>
                        <a:rPr lang="en-US" sz="2000" b="1" u="none" strike="noStrike" cap="none" dirty="0">
                          <a:solidFill>
                            <a:schemeClr val="accent6"/>
                          </a:solidFill>
                        </a:rPr>
                        <a:t>CLASS</a:t>
                      </a:r>
                      <a:endParaRPr sz="2000" u="none" strike="noStrike" cap="none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82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en-US" sz="18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.querySelectorAll</a:t>
                      </a:r>
                      <a:r>
                        <a:rPr lang="en-US" sz="180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1" u="none" strike="noStrike" cap="none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QUERY</a:t>
                      </a:r>
                      <a:r>
                        <a:rPr lang="en-US" sz="180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tx1"/>
                          </a:solidFill>
                        </a:rPr>
                        <a:t>Get all elements that match the </a:t>
                      </a:r>
                      <a:r>
                        <a:rPr lang="en-US" sz="2000" b="1" u="none" strike="noStrike" cap="none" dirty="0">
                          <a:solidFill>
                            <a:schemeClr val="accent6"/>
                          </a:solidFill>
                        </a:rPr>
                        <a:t>QUERY</a:t>
                      </a:r>
                      <a:endParaRPr sz="2000" b="1" u="none" strike="noStrike" cap="none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82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en-US" sz="18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.children</a:t>
                      </a:r>
                      <a:r>
                        <a:rPr lang="en-US" sz="180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en-US" sz="1800" b="1" u="none" strike="noStrike" cap="none" dirty="0">
                          <a:solidFill>
                            <a:schemeClr val="accent6"/>
                          </a:solidFill>
                        </a:rPr>
                        <a:t>INDEX</a:t>
                      </a:r>
                      <a:r>
                        <a:rPr lang="en-US" sz="180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180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tx1"/>
                          </a:solidFill>
                        </a:rPr>
                        <a:t>Get the child of given </a:t>
                      </a:r>
                      <a:r>
                        <a:rPr lang="en-US" sz="2000" b="1" u="none" strike="noStrike" cap="none" dirty="0">
                          <a:solidFill>
                            <a:schemeClr val="accent6"/>
                          </a:solidFill>
                        </a:rPr>
                        <a:t>INDEX</a:t>
                      </a:r>
                      <a:r>
                        <a:rPr lang="en-US" sz="2000" u="none" strike="noStrike" cap="none" dirty="0">
                          <a:solidFill>
                            <a:schemeClr val="tx1"/>
                          </a:solidFill>
                        </a:rPr>
                        <a:t> of the current element</a:t>
                      </a:r>
                      <a:endParaRPr lang="en-US" sz="2000" b="1" u="none" strike="noStrike" cap="none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2164383109"/>
                  </a:ext>
                </a:extLst>
              </a:tr>
              <a:tr h="87820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en-US" sz="18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.parentNode</a:t>
                      </a:r>
                      <a:endParaRPr sz="180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tx1"/>
                          </a:solidFill>
                        </a:rPr>
                        <a:t>Get the parent node of given element </a:t>
                      </a:r>
                      <a:endParaRPr sz="2000" b="1" u="none" strike="noStrike" cap="none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344900101"/>
                  </a:ext>
                </a:extLst>
              </a:tr>
            </a:tbl>
          </a:graphicData>
        </a:graphic>
      </p:graphicFrame>
      <p:sp>
        <p:nvSpPr>
          <p:cNvPr id="175" name="Google Shape;175;p7"/>
          <p:cNvSpPr txBox="1"/>
          <p:nvPr/>
        </p:nvSpPr>
        <p:spPr>
          <a:xfrm>
            <a:off x="2136323" y="349250"/>
            <a:ext cx="7919352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000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DOM API - 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Access </a:t>
            </a: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elements</a:t>
            </a:r>
            <a:endParaRPr sz="40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66;p51">
            <a:extLst>
              <a:ext uri="{FF2B5EF4-FFF2-40B4-BE49-F238E27FC236}">
                <a16:creationId xmlns:a16="http://schemas.microsoft.com/office/drawing/2014/main" id="{39B1B57F-3CAC-42FD-8EDF-0913EAC38137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Google Shape;209;p10"/>
          <p:cNvGraphicFramePr/>
          <p:nvPr>
            <p:extLst>
              <p:ext uri="{D42A27DB-BD31-4B8C-83A1-F6EECF244321}">
                <p14:modId xmlns:p14="http://schemas.microsoft.com/office/powerpoint/2010/main" val="3488762505"/>
              </p:ext>
            </p:extLst>
          </p:nvPr>
        </p:nvGraphicFramePr>
        <p:xfrm>
          <a:off x="737513" y="1457325"/>
          <a:ext cx="10548800" cy="4860720"/>
        </p:xfrm>
        <a:graphic>
          <a:graphicData uri="http://schemas.openxmlformats.org/drawingml/2006/table">
            <a:tbl>
              <a:tblPr firstRow="1" firstCol="1" bandRow="1">
                <a:noFill/>
                <a:tableStyleId>{EC0BD0D1-5134-4630-968A-EB55C5758A8E}</a:tableStyleId>
              </a:tblPr>
              <a:tblGrid>
                <a:gridCol w="5821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7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21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en-US" sz="20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2000" b="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textContent</a:t>
                      </a:r>
                      <a:r>
                        <a:rPr lang="en-US" sz="2000" b="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“hello”</a:t>
                      </a:r>
                      <a:endParaRPr sz="2000" b="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0" u="none" strike="noStrike" cap="none" dirty="0"/>
                        <a:t>Get / Set </a:t>
                      </a:r>
                      <a:r>
                        <a:rPr lang="en-US" sz="2000" u="none" strike="noStrike" cap="none" dirty="0"/>
                        <a:t>the </a:t>
                      </a:r>
                      <a:r>
                        <a:rPr lang="en-US" sz="2000" u="none" strike="noStrike" cap="none" dirty="0">
                          <a:solidFill>
                            <a:schemeClr val="accent6"/>
                          </a:solidFill>
                        </a:rPr>
                        <a:t>text</a:t>
                      </a:r>
                      <a:r>
                        <a:rPr lang="en-US" sz="2000" u="none" strike="noStrike" cap="none" dirty="0"/>
                        <a:t> of an element</a:t>
                      </a:r>
                      <a:endParaRPr sz="2000" u="none" strike="noStrike" cap="none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21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en-US" sz="20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2000" b="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className</a:t>
                      </a:r>
                      <a:r>
                        <a:rPr lang="en-US" sz="2000" b="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“container”</a:t>
                      </a:r>
                      <a:endParaRPr sz="2000" b="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000" b="1" u="none" strike="noStrike" cap="none" dirty="0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0" u="none" strike="noStrike" cap="none" dirty="0"/>
                        <a:t>Get / Set </a:t>
                      </a:r>
                      <a:r>
                        <a:rPr lang="en-US" sz="2000" u="none" strike="noStrike" cap="none" dirty="0"/>
                        <a:t>the </a:t>
                      </a:r>
                      <a:r>
                        <a:rPr lang="en-US" sz="2000" u="none" strike="noStrike" cap="none" dirty="0">
                          <a:solidFill>
                            <a:schemeClr val="accent6"/>
                          </a:solidFill>
                        </a:rPr>
                        <a:t>class</a:t>
                      </a:r>
                      <a:r>
                        <a:rPr lang="en-US" sz="2000" u="none" strike="noStrike" cap="none" dirty="0"/>
                        <a:t> of an element</a:t>
                      </a:r>
                      <a:endParaRPr sz="2000" u="none" strike="noStrike" cap="none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2000" b="1" u="none" strike="noStrike" cap="none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21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endParaRPr sz="2000" b="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en-US" sz="20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2000" b="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style.display</a:t>
                      </a:r>
                      <a:r>
                        <a:rPr lang="en-US" sz="2000" b="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 sz="2000" b="1" u="none" strike="noStrike" cap="none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</a:t>
                      </a: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endParaRPr sz="2000" b="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chemeClr val="accent6"/>
                          </a:solidFill>
                        </a:rPr>
                        <a:t> hide</a:t>
                      </a:r>
                      <a:r>
                        <a:rPr lang="en-US" sz="2000" b="0" u="none" strike="noStrike" cap="none" dirty="0"/>
                        <a:t> an element</a:t>
                      </a:r>
                      <a:endParaRPr sz="2000" u="none" strike="noStrike" cap="none" dirty="0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1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en-US" sz="20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2000" b="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style.display</a:t>
                      </a:r>
                      <a:r>
                        <a:rPr lang="en-US" sz="2000" b="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</a:t>
                      </a:r>
                      <a:r>
                        <a:rPr lang="en-US" sz="2000" b="1" u="none" strike="noStrike" cap="none" dirty="0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</a:t>
                      </a: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chemeClr val="accent6"/>
                          </a:solidFill>
                        </a:rPr>
                        <a:t> show</a:t>
                      </a:r>
                      <a:r>
                        <a:rPr lang="en-US" sz="2000" b="0" u="none" strike="noStrike" cap="none" dirty="0"/>
                        <a:t> an element</a:t>
                      </a:r>
                      <a:endParaRPr sz="2000" u="none" strike="noStrike" cap="none" dirty="0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28462473"/>
                  </a:ext>
                </a:extLst>
              </a:tr>
              <a:tr h="97214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000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en-US" sz="20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.style.backgroundColor</a:t>
                      </a:r>
                      <a:r>
                        <a:rPr lang="en-US" sz="200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"red";</a:t>
                      </a:r>
                      <a:endParaRPr lang="en-US" sz="2000" b="1" u="none" strike="noStrike" cap="none" dirty="0">
                        <a:solidFill>
                          <a:schemeClr val="accent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u="none" strike="noStrike" cap="none" dirty="0"/>
                        <a:t>Change an element style</a:t>
                      </a:r>
                      <a:endParaRPr sz="2000" u="none" strike="noStrike" cap="none" dirty="0"/>
                    </a:p>
                  </a:txBody>
                  <a:tcPr marL="68575" marR="68575" marT="0" marB="0" anchor="ctr"/>
                </a:tc>
                <a:extLst>
                  <a:ext uri="{0D108BD9-81ED-4DB2-BD59-A6C34878D82A}">
                    <a16:rowId xmlns:a16="http://schemas.microsoft.com/office/drawing/2014/main" val="422783058"/>
                  </a:ext>
                </a:extLst>
              </a:tr>
            </a:tbl>
          </a:graphicData>
        </a:graphic>
      </p:graphicFrame>
      <p:sp>
        <p:nvSpPr>
          <p:cNvPr id="6" name="Google Shape;166;p51">
            <a:extLst>
              <a:ext uri="{FF2B5EF4-FFF2-40B4-BE49-F238E27FC236}">
                <a16:creationId xmlns:a16="http://schemas.microsoft.com/office/drawing/2014/main" id="{81B90AD3-B454-461F-BC68-7F52C7EA2ED7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75;p7">
            <a:extLst>
              <a:ext uri="{FF2B5EF4-FFF2-40B4-BE49-F238E27FC236}">
                <a16:creationId xmlns:a16="http://schemas.microsoft.com/office/drawing/2014/main" id="{F4B8C916-1BCB-4FDD-8C3D-95C79C2D817C}"/>
              </a:ext>
            </a:extLst>
          </p:cNvPr>
          <p:cNvSpPr txBox="1"/>
          <p:nvPr/>
        </p:nvSpPr>
        <p:spPr>
          <a:xfrm>
            <a:off x="1432560" y="365125"/>
            <a:ext cx="932688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000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DOM API - 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elements 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6;p51">
            <a:extLst>
              <a:ext uri="{FF2B5EF4-FFF2-40B4-BE49-F238E27FC236}">
                <a16:creationId xmlns:a16="http://schemas.microsoft.com/office/drawing/2014/main" id="{B81709B6-96C0-4090-8888-861373CCC269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EAEB4F-C904-4342-A637-02D9515F0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450546"/>
              </p:ext>
            </p:extLst>
          </p:nvPr>
        </p:nvGraphicFramePr>
        <p:xfrm>
          <a:off x="530689" y="1322243"/>
          <a:ext cx="11130621" cy="4864315"/>
        </p:xfrm>
        <a:graphic>
          <a:graphicData uri="http://schemas.openxmlformats.org/drawingml/2006/table">
            <a:tbl>
              <a:tblPr firstRow="1" firstCol="1" bandRow="1">
                <a:noFill/>
                <a:tableStyleId>{EC0BD0D1-5134-4630-968A-EB55C5758A8E}</a:tableStyleId>
              </a:tblPr>
              <a:tblGrid>
                <a:gridCol w="4609340">
                  <a:extLst>
                    <a:ext uri="{9D8B030D-6E8A-4147-A177-3AD203B41FA5}">
                      <a16:colId xmlns:a16="http://schemas.microsoft.com/office/drawing/2014/main" val="136395468"/>
                    </a:ext>
                  </a:extLst>
                </a:gridCol>
                <a:gridCol w="6521281">
                  <a:extLst>
                    <a:ext uri="{9D8B030D-6E8A-4147-A177-3AD203B41FA5}">
                      <a16:colId xmlns:a16="http://schemas.microsoft.com/office/drawing/2014/main" val="134349772"/>
                    </a:ext>
                  </a:extLst>
                </a:gridCol>
              </a:tblGrid>
              <a:tr h="7416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endParaRPr sz="1800" b="1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en-US" sz="18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1800" b="1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createElement</a:t>
                      </a:r>
                      <a:r>
                        <a:rPr lang="en-US" sz="1800" b="1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(type)</a:t>
                      </a:r>
                      <a:endParaRPr sz="1800" b="1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000" b="1" u="none" strike="noStrike" cap="none" dirty="0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0" u="none" strike="noStrike" cap="none" dirty="0"/>
                        <a:t>Create a </a:t>
                      </a:r>
                      <a:r>
                        <a:rPr lang="en-US" sz="2000" b="1" u="none" strike="noStrike" cap="none" dirty="0"/>
                        <a:t>new element </a:t>
                      </a:r>
                      <a:r>
                        <a:rPr lang="en-US" sz="2000" b="0" u="none" strike="noStrike" cap="none" dirty="0"/>
                        <a:t>of the given type </a:t>
                      </a: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lang="en-US" sz="2000" b="0" u="none" strike="noStrike" cap="none" dirty="0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Type (string) : any valid tag name for HTML , SVG elements</a:t>
                      </a:r>
                      <a:endParaRPr lang="en-US" sz="1600" b="0" u="none" strike="noStrike" cap="none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html, div, span, p, h1, h2, ul, </a:t>
                      </a:r>
                      <a:r>
                        <a:rPr lang="en-US" sz="1600" b="0" u="none" strike="noStrike" cap="non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</a:t>
                      </a:r>
                      <a:r>
                        <a:rPr lang="en-US" sz="1600" b="0" u="none" strike="noStrike" cap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li, </a:t>
                      </a: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600" b="0" u="none" strike="noStrike" cap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Table, form, input, </a:t>
                      </a:r>
                      <a:r>
                        <a:rPr lang="en-US" sz="1600" b="0" u="none" strike="noStrike" cap="none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textarea</a:t>
                      </a:r>
                      <a:r>
                        <a:rPr lang="en-US" sz="1600" b="0" u="none" strike="noStrike" cap="non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etc.</a:t>
                      </a: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2380970300"/>
                  </a:ext>
                </a:extLst>
              </a:tr>
              <a:tr h="9093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endParaRPr lang="en-US" sz="1800" b="1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en-US" sz="18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1800" b="1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appendChild</a:t>
                      </a:r>
                      <a:r>
                        <a:rPr lang="en-US" sz="1800" b="1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1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newElement</a:t>
                      </a:r>
                      <a:r>
                        <a:rPr lang="en-US" sz="1800" b="1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b="1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sz="2000" b="1" u="none" strike="noStrike" cap="none" dirty="0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0" u="none" strike="noStrike" cap="none" dirty="0"/>
                        <a:t>Add an </a:t>
                      </a:r>
                      <a:r>
                        <a:rPr lang="en-US" sz="2000" b="1" u="none" strike="noStrike" cap="none" dirty="0"/>
                        <a:t>element</a:t>
                      </a:r>
                      <a:r>
                        <a:rPr lang="en-US" sz="2000" b="0" u="none" strike="noStrike" cap="none" dirty="0"/>
                        <a:t> to the </a:t>
                      </a:r>
                      <a:r>
                        <a:rPr lang="en-US" sz="2000" b="1" u="none" strike="noStrike" cap="none" dirty="0"/>
                        <a:t>current</a:t>
                      </a:r>
                      <a:r>
                        <a:rPr lang="en-US" sz="2000" b="0" u="none" strike="noStrike" cap="none" dirty="0"/>
                        <a:t> element</a:t>
                      </a:r>
                      <a:endParaRPr sz="2000" b="1" u="none" strike="noStrike" cap="none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407910682"/>
                  </a:ext>
                </a:extLst>
              </a:tr>
              <a:tr h="9093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0070C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en-US" sz="18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1800" b="1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</a:t>
                      </a:r>
                      <a:r>
                        <a:rPr lang="en-US" sz="1800" b="1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1800" b="1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lang="en-US" sz="2000" b="1" u="none" strike="noStrike" cap="none" dirty="0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1" u="none" strike="noStrike" cap="none" dirty="0"/>
                        <a:t>Remove</a:t>
                      </a:r>
                      <a:r>
                        <a:rPr lang="en-US" sz="2000" b="0" u="none" strike="noStrike" cap="none" dirty="0"/>
                        <a:t> the </a:t>
                      </a:r>
                      <a:r>
                        <a:rPr lang="en-US" sz="2000" b="1" u="none" strike="noStrike" cap="none" dirty="0"/>
                        <a:t>current</a:t>
                      </a:r>
                      <a:r>
                        <a:rPr lang="en-US" sz="2000" b="0" u="none" strike="noStrike" cap="none" dirty="0"/>
                        <a:t> element</a:t>
                      </a:r>
                      <a:endParaRPr sz="2000" b="1" u="none" strike="noStrike" cap="none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3066652990"/>
                  </a:ext>
                </a:extLst>
              </a:tr>
              <a:tr h="90932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parentElement</a:t>
                      </a:r>
                      <a:r>
                        <a:rPr lang="en-US" sz="1800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en-US" sz="1800" b="1" u="none" strike="noStrike" cap="none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remove</a:t>
                      </a:r>
                      <a:r>
                        <a:rPr lang="en-US" sz="1800" b="1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en-US" sz="1800" b="1" u="none" strike="noStrike" cap="none" dirty="0" err="1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childElement</a:t>
                      </a:r>
                      <a:r>
                        <a:rPr lang="en-US" sz="1800" b="1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b="1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endParaRPr lang="en-US" sz="2000" b="1" u="none" strike="noStrike" cap="none" dirty="0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000" b="1" u="none" strike="noStrike" cap="none" dirty="0"/>
                        <a:t>Remove</a:t>
                      </a:r>
                      <a:r>
                        <a:rPr lang="en-US" sz="2000" b="0" u="none" strike="noStrike" cap="none" dirty="0"/>
                        <a:t> the given </a:t>
                      </a:r>
                      <a:r>
                        <a:rPr lang="en-US" sz="2000" b="1" u="none" strike="noStrike" cap="none" dirty="0"/>
                        <a:t>child element </a:t>
                      </a:r>
                      <a:r>
                        <a:rPr lang="en-US" sz="2000" b="0" u="none" strike="noStrike" cap="none" dirty="0"/>
                        <a:t>from the </a:t>
                      </a:r>
                      <a:r>
                        <a:rPr lang="en-US" sz="2000" b="1" u="none" strike="noStrike" cap="none" dirty="0"/>
                        <a:t>parent</a:t>
                      </a:r>
                      <a:endParaRPr sz="2000" b="1" u="none" strike="noStrike" cap="none" dirty="0">
                        <a:solidFill>
                          <a:srgbClr val="00B05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3822564505"/>
                  </a:ext>
                </a:extLst>
              </a:tr>
            </a:tbl>
          </a:graphicData>
        </a:graphic>
      </p:graphicFrame>
      <p:sp>
        <p:nvSpPr>
          <p:cNvPr id="7" name="Google Shape;175;p7">
            <a:extLst>
              <a:ext uri="{FF2B5EF4-FFF2-40B4-BE49-F238E27FC236}">
                <a16:creationId xmlns:a16="http://schemas.microsoft.com/office/drawing/2014/main" id="{3245A34A-AF28-4EA4-A717-573F1FCB0097}"/>
              </a:ext>
            </a:extLst>
          </p:cNvPr>
          <p:cNvSpPr txBox="1"/>
          <p:nvPr/>
        </p:nvSpPr>
        <p:spPr>
          <a:xfrm>
            <a:off x="409764" y="489761"/>
            <a:ext cx="1084352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000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DOM API - 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Add/remove</a:t>
            </a: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elements</a:t>
            </a:r>
          </a:p>
        </p:txBody>
      </p:sp>
    </p:spTree>
    <p:extLst>
      <p:ext uri="{BB962C8B-B14F-4D97-AF65-F5344CB8AC3E}">
        <p14:creationId xmlns:p14="http://schemas.microsoft.com/office/powerpoint/2010/main" val="159066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04726D-4BFD-4CF1-9AEF-AE944086EAC7}"/>
              </a:ext>
            </a:extLst>
          </p:cNvPr>
          <p:cNvSpPr txBox="1"/>
          <p:nvPr/>
        </p:nvSpPr>
        <p:spPr>
          <a:xfrm>
            <a:off x="535468" y="1136821"/>
            <a:ext cx="6086475" cy="3970318"/>
          </a:xfrm>
          <a:custGeom>
            <a:avLst/>
            <a:gdLst>
              <a:gd name="connsiteX0" fmla="*/ 0 w 6086475"/>
              <a:gd name="connsiteY0" fmla="*/ 0 h 3970318"/>
              <a:gd name="connsiteX1" fmla="*/ 675045 w 6086475"/>
              <a:gd name="connsiteY1" fmla="*/ 0 h 3970318"/>
              <a:gd name="connsiteX2" fmla="*/ 1289226 w 6086475"/>
              <a:gd name="connsiteY2" fmla="*/ 0 h 3970318"/>
              <a:gd name="connsiteX3" fmla="*/ 1964271 w 6086475"/>
              <a:gd name="connsiteY3" fmla="*/ 0 h 3970318"/>
              <a:gd name="connsiteX4" fmla="*/ 2456723 w 6086475"/>
              <a:gd name="connsiteY4" fmla="*/ 0 h 3970318"/>
              <a:gd name="connsiteX5" fmla="*/ 3010039 w 6086475"/>
              <a:gd name="connsiteY5" fmla="*/ 0 h 3970318"/>
              <a:gd name="connsiteX6" fmla="*/ 3441625 w 6086475"/>
              <a:gd name="connsiteY6" fmla="*/ 0 h 3970318"/>
              <a:gd name="connsiteX7" fmla="*/ 4055806 w 6086475"/>
              <a:gd name="connsiteY7" fmla="*/ 0 h 3970318"/>
              <a:gd name="connsiteX8" fmla="*/ 4609122 w 6086475"/>
              <a:gd name="connsiteY8" fmla="*/ 0 h 3970318"/>
              <a:gd name="connsiteX9" fmla="*/ 5284167 w 6086475"/>
              <a:gd name="connsiteY9" fmla="*/ 0 h 3970318"/>
              <a:gd name="connsiteX10" fmla="*/ 6086475 w 6086475"/>
              <a:gd name="connsiteY10" fmla="*/ 0 h 3970318"/>
              <a:gd name="connsiteX11" fmla="*/ 6086475 w 6086475"/>
              <a:gd name="connsiteY11" fmla="*/ 606891 h 3970318"/>
              <a:gd name="connsiteX12" fmla="*/ 6086475 w 6086475"/>
              <a:gd name="connsiteY12" fmla="*/ 1094673 h 3970318"/>
              <a:gd name="connsiteX13" fmla="*/ 6086475 w 6086475"/>
              <a:gd name="connsiteY13" fmla="*/ 1622158 h 3970318"/>
              <a:gd name="connsiteX14" fmla="*/ 6086475 w 6086475"/>
              <a:gd name="connsiteY14" fmla="*/ 2070237 h 3970318"/>
              <a:gd name="connsiteX15" fmla="*/ 6086475 w 6086475"/>
              <a:gd name="connsiteY15" fmla="*/ 2716832 h 3970318"/>
              <a:gd name="connsiteX16" fmla="*/ 6086475 w 6086475"/>
              <a:gd name="connsiteY16" fmla="*/ 3363427 h 3970318"/>
              <a:gd name="connsiteX17" fmla="*/ 6086475 w 6086475"/>
              <a:gd name="connsiteY17" fmla="*/ 3970318 h 3970318"/>
              <a:gd name="connsiteX18" fmla="*/ 5654889 w 6086475"/>
              <a:gd name="connsiteY18" fmla="*/ 3970318 h 3970318"/>
              <a:gd name="connsiteX19" fmla="*/ 5223302 w 6086475"/>
              <a:gd name="connsiteY19" fmla="*/ 3970318 h 3970318"/>
              <a:gd name="connsiteX20" fmla="*/ 4669986 w 6086475"/>
              <a:gd name="connsiteY20" fmla="*/ 3970318 h 3970318"/>
              <a:gd name="connsiteX21" fmla="*/ 4055806 w 6086475"/>
              <a:gd name="connsiteY21" fmla="*/ 3970318 h 3970318"/>
              <a:gd name="connsiteX22" fmla="*/ 3685084 w 6086475"/>
              <a:gd name="connsiteY22" fmla="*/ 3970318 h 3970318"/>
              <a:gd name="connsiteX23" fmla="*/ 3131768 w 6086475"/>
              <a:gd name="connsiteY23" fmla="*/ 3970318 h 3970318"/>
              <a:gd name="connsiteX24" fmla="*/ 2761046 w 6086475"/>
              <a:gd name="connsiteY24" fmla="*/ 3970318 h 3970318"/>
              <a:gd name="connsiteX25" fmla="*/ 2086001 w 6086475"/>
              <a:gd name="connsiteY25" fmla="*/ 3970318 h 3970318"/>
              <a:gd name="connsiteX26" fmla="*/ 1532685 w 6086475"/>
              <a:gd name="connsiteY26" fmla="*/ 3970318 h 3970318"/>
              <a:gd name="connsiteX27" fmla="*/ 1040234 w 6086475"/>
              <a:gd name="connsiteY27" fmla="*/ 3970318 h 3970318"/>
              <a:gd name="connsiteX28" fmla="*/ 547783 w 6086475"/>
              <a:gd name="connsiteY28" fmla="*/ 3970318 h 3970318"/>
              <a:gd name="connsiteX29" fmla="*/ 0 w 6086475"/>
              <a:gd name="connsiteY29" fmla="*/ 3970318 h 3970318"/>
              <a:gd name="connsiteX30" fmla="*/ 0 w 6086475"/>
              <a:gd name="connsiteY30" fmla="*/ 3403130 h 3970318"/>
              <a:gd name="connsiteX31" fmla="*/ 0 w 6086475"/>
              <a:gd name="connsiteY31" fmla="*/ 2756535 h 3970318"/>
              <a:gd name="connsiteX32" fmla="*/ 0 w 6086475"/>
              <a:gd name="connsiteY32" fmla="*/ 2109940 h 3970318"/>
              <a:gd name="connsiteX33" fmla="*/ 0 w 6086475"/>
              <a:gd name="connsiteY33" fmla="*/ 1503049 h 3970318"/>
              <a:gd name="connsiteX34" fmla="*/ 0 w 6086475"/>
              <a:gd name="connsiteY34" fmla="*/ 896157 h 3970318"/>
              <a:gd name="connsiteX35" fmla="*/ 0 w 6086475"/>
              <a:gd name="connsiteY35" fmla="*/ 0 h 3970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086475" h="3970318" extrusionOk="0">
                <a:moveTo>
                  <a:pt x="0" y="0"/>
                </a:moveTo>
                <a:cubicBezTo>
                  <a:pt x="286537" y="-40884"/>
                  <a:pt x="347415" y="9902"/>
                  <a:pt x="675045" y="0"/>
                </a:cubicBezTo>
                <a:cubicBezTo>
                  <a:pt x="1002676" y="-9902"/>
                  <a:pt x="1123422" y="29000"/>
                  <a:pt x="1289226" y="0"/>
                </a:cubicBezTo>
                <a:cubicBezTo>
                  <a:pt x="1455030" y="-29000"/>
                  <a:pt x="1667132" y="40837"/>
                  <a:pt x="1964271" y="0"/>
                </a:cubicBezTo>
                <a:cubicBezTo>
                  <a:pt x="2261411" y="-40837"/>
                  <a:pt x="2322212" y="8598"/>
                  <a:pt x="2456723" y="0"/>
                </a:cubicBezTo>
                <a:cubicBezTo>
                  <a:pt x="2591234" y="-8598"/>
                  <a:pt x="2767099" y="34165"/>
                  <a:pt x="3010039" y="0"/>
                </a:cubicBezTo>
                <a:cubicBezTo>
                  <a:pt x="3252979" y="-34165"/>
                  <a:pt x="3305006" y="13292"/>
                  <a:pt x="3441625" y="0"/>
                </a:cubicBezTo>
                <a:cubicBezTo>
                  <a:pt x="3578244" y="-13292"/>
                  <a:pt x="3784473" y="17054"/>
                  <a:pt x="4055806" y="0"/>
                </a:cubicBezTo>
                <a:cubicBezTo>
                  <a:pt x="4327139" y="-17054"/>
                  <a:pt x="4445468" y="52611"/>
                  <a:pt x="4609122" y="0"/>
                </a:cubicBezTo>
                <a:cubicBezTo>
                  <a:pt x="4772776" y="-52611"/>
                  <a:pt x="5062821" y="16260"/>
                  <a:pt x="5284167" y="0"/>
                </a:cubicBezTo>
                <a:cubicBezTo>
                  <a:pt x="5505514" y="-16260"/>
                  <a:pt x="5917106" y="80231"/>
                  <a:pt x="6086475" y="0"/>
                </a:cubicBezTo>
                <a:cubicBezTo>
                  <a:pt x="6110505" y="248475"/>
                  <a:pt x="6024954" y="334992"/>
                  <a:pt x="6086475" y="606891"/>
                </a:cubicBezTo>
                <a:cubicBezTo>
                  <a:pt x="6147996" y="878790"/>
                  <a:pt x="6031257" y="971643"/>
                  <a:pt x="6086475" y="1094673"/>
                </a:cubicBezTo>
                <a:cubicBezTo>
                  <a:pt x="6141693" y="1217703"/>
                  <a:pt x="6082091" y="1493629"/>
                  <a:pt x="6086475" y="1622158"/>
                </a:cubicBezTo>
                <a:cubicBezTo>
                  <a:pt x="6090859" y="1750688"/>
                  <a:pt x="6048888" y="1949721"/>
                  <a:pt x="6086475" y="2070237"/>
                </a:cubicBezTo>
                <a:cubicBezTo>
                  <a:pt x="6124062" y="2190753"/>
                  <a:pt x="6073034" y="2422508"/>
                  <a:pt x="6086475" y="2716832"/>
                </a:cubicBezTo>
                <a:cubicBezTo>
                  <a:pt x="6099916" y="3011156"/>
                  <a:pt x="6065003" y="3208963"/>
                  <a:pt x="6086475" y="3363427"/>
                </a:cubicBezTo>
                <a:cubicBezTo>
                  <a:pt x="6107947" y="3517891"/>
                  <a:pt x="6017919" y="3692041"/>
                  <a:pt x="6086475" y="3970318"/>
                </a:cubicBezTo>
                <a:cubicBezTo>
                  <a:pt x="5928607" y="3989339"/>
                  <a:pt x="5840079" y="3950579"/>
                  <a:pt x="5654889" y="3970318"/>
                </a:cubicBezTo>
                <a:cubicBezTo>
                  <a:pt x="5469699" y="3990057"/>
                  <a:pt x="5354935" y="3924411"/>
                  <a:pt x="5223302" y="3970318"/>
                </a:cubicBezTo>
                <a:cubicBezTo>
                  <a:pt x="5091669" y="4016225"/>
                  <a:pt x="4940605" y="3944853"/>
                  <a:pt x="4669986" y="3970318"/>
                </a:cubicBezTo>
                <a:cubicBezTo>
                  <a:pt x="4399367" y="3995783"/>
                  <a:pt x="4287931" y="3964400"/>
                  <a:pt x="4055806" y="3970318"/>
                </a:cubicBezTo>
                <a:cubicBezTo>
                  <a:pt x="3823681" y="3976236"/>
                  <a:pt x="3771720" y="3956958"/>
                  <a:pt x="3685084" y="3970318"/>
                </a:cubicBezTo>
                <a:cubicBezTo>
                  <a:pt x="3598448" y="3983678"/>
                  <a:pt x="3295846" y="3941584"/>
                  <a:pt x="3131768" y="3970318"/>
                </a:cubicBezTo>
                <a:cubicBezTo>
                  <a:pt x="2967690" y="3999052"/>
                  <a:pt x="2921655" y="3936280"/>
                  <a:pt x="2761046" y="3970318"/>
                </a:cubicBezTo>
                <a:cubicBezTo>
                  <a:pt x="2600437" y="4004356"/>
                  <a:pt x="2279009" y="3924729"/>
                  <a:pt x="2086001" y="3970318"/>
                </a:cubicBezTo>
                <a:cubicBezTo>
                  <a:pt x="1892993" y="4015907"/>
                  <a:pt x="1779534" y="3961997"/>
                  <a:pt x="1532685" y="3970318"/>
                </a:cubicBezTo>
                <a:cubicBezTo>
                  <a:pt x="1285836" y="3978639"/>
                  <a:pt x="1217236" y="3945033"/>
                  <a:pt x="1040234" y="3970318"/>
                </a:cubicBezTo>
                <a:cubicBezTo>
                  <a:pt x="863232" y="3995603"/>
                  <a:pt x="683213" y="3950243"/>
                  <a:pt x="547783" y="3970318"/>
                </a:cubicBezTo>
                <a:cubicBezTo>
                  <a:pt x="412353" y="3990393"/>
                  <a:pt x="213370" y="3915128"/>
                  <a:pt x="0" y="3970318"/>
                </a:cubicBezTo>
                <a:cubicBezTo>
                  <a:pt x="-22603" y="3790355"/>
                  <a:pt x="16744" y="3630698"/>
                  <a:pt x="0" y="3403130"/>
                </a:cubicBezTo>
                <a:cubicBezTo>
                  <a:pt x="-16744" y="3175562"/>
                  <a:pt x="72245" y="2892218"/>
                  <a:pt x="0" y="2756535"/>
                </a:cubicBezTo>
                <a:cubicBezTo>
                  <a:pt x="-72245" y="2620853"/>
                  <a:pt x="6201" y="2425329"/>
                  <a:pt x="0" y="2109940"/>
                </a:cubicBezTo>
                <a:cubicBezTo>
                  <a:pt x="-6201" y="1794551"/>
                  <a:pt x="880" y="1719569"/>
                  <a:pt x="0" y="1503049"/>
                </a:cubicBezTo>
                <a:cubicBezTo>
                  <a:pt x="-880" y="1286529"/>
                  <a:pt x="13594" y="1110625"/>
                  <a:pt x="0" y="896157"/>
                </a:cubicBezTo>
                <a:cubicBezTo>
                  <a:pt x="-13594" y="681689"/>
                  <a:pt x="25427" y="361353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&lt;div id=“container"&gt;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&lt;p id=“text1"&gt;This is a paragraph&lt;/p&gt;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  &lt;p id=“text2"&gt;This is another paragraph&lt;/p&gt;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0" i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&lt;/div&gt;</a:t>
            </a:r>
            <a:br>
              <a:rPr lang="en-US" dirty="0"/>
            </a:br>
            <a:endParaRPr lang="en-US" dirty="0"/>
          </a:p>
          <a:p>
            <a:br>
              <a:rPr lang="en-US" dirty="0"/>
            </a:b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newP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document.createElement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("p");</a:t>
            </a:r>
          </a:p>
          <a:p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newP.id = 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'text3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';</a:t>
            </a:r>
          </a:p>
          <a:p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newP.textContent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"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New paragraph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";</a:t>
            </a:r>
          </a:p>
          <a:p>
            <a:b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const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domContainer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("container");</a:t>
            </a:r>
          </a:p>
          <a:p>
            <a:endParaRPr lang="en-US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domContainer.appendChild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newP</a:t>
            </a:r>
            <a:r>
              <a:rPr 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/script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dirty="0"/>
          </a:p>
        </p:txBody>
      </p:sp>
      <p:sp>
        <p:nvSpPr>
          <p:cNvPr id="9" name="Google Shape;155;p5">
            <a:extLst>
              <a:ext uri="{FF2B5EF4-FFF2-40B4-BE49-F238E27FC236}">
                <a16:creationId xmlns:a16="http://schemas.microsoft.com/office/drawing/2014/main" id="{2F0550C0-8737-44CF-B4A3-94A846837D49}"/>
              </a:ext>
            </a:extLst>
          </p:cNvPr>
          <p:cNvSpPr txBox="1"/>
          <p:nvPr/>
        </p:nvSpPr>
        <p:spPr>
          <a:xfrm>
            <a:off x="6900140" y="1411662"/>
            <a:ext cx="411960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We </a:t>
            </a:r>
            <a:r>
              <a:rPr lang="en-US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create a new element </a:t>
            </a:r>
            <a:r>
              <a:rPr lang="en-US" sz="1600" i="1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of type paragraph</a:t>
            </a:r>
            <a:r>
              <a:rPr lang="en-US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55;p5">
            <a:extLst>
              <a:ext uri="{FF2B5EF4-FFF2-40B4-BE49-F238E27FC236}">
                <a16:creationId xmlns:a16="http://schemas.microsoft.com/office/drawing/2014/main" id="{90AEBC38-8688-4FDA-919A-D7FC13FD1BFA}"/>
              </a:ext>
            </a:extLst>
          </p:cNvPr>
          <p:cNvSpPr txBox="1"/>
          <p:nvPr/>
        </p:nvSpPr>
        <p:spPr>
          <a:xfrm>
            <a:off x="6900140" y="2196050"/>
            <a:ext cx="49434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We </a:t>
            </a:r>
            <a:r>
              <a:rPr lang="en-US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set </a:t>
            </a:r>
            <a:r>
              <a:rPr lang="en-US" sz="160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node </a:t>
            </a:r>
            <a:r>
              <a:rPr lang="en-US" sz="16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textContent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55;p5">
            <a:extLst>
              <a:ext uri="{FF2B5EF4-FFF2-40B4-BE49-F238E27FC236}">
                <a16:creationId xmlns:a16="http://schemas.microsoft.com/office/drawing/2014/main" id="{D4D2DBD2-9EC5-445C-89C6-1127524E00BA}"/>
              </a:ext>
            </a:extLst>
          </p:cNvPr>
          <p:cNvSpPr txBox="1"/>
          <p:nvPr/>
        </p:nvSpPr>
        <p:spPr>
          <a:xfrm>
            <a:off x="6900140" y="2816973"/>
            <a:ext cx="48386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We </a:t>
            </a:r>
            <a:r>
              <a:rPr lang="en-US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get the DIV container </a:t>
            </a:r>
            <a:r>
              <a:rPr lang="en-US" sz="16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, using   getElementByID  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55;p5">
            <a:extLst>
              <a:ext uri="{FF2B5EF4-FFF2-40B4-BE49-F238E27FC236}">
                <a16:creationId xmlns:a16="http://schemas.microsoft.com/office/drawing/2014/main" id="{ABDE4DDD-984A-4F98-96C8-B1A8E9C6807D}"/>
              </a:ext>
            </a:extLst>
          </p:cNvPr>
          <p:cNvSpPr txBox="1"/>
          <p:nvPr/>
        </p:nvSpPr>
        <p:spPr>
          <a:xfrm>
            <a:off x="6900140" y="4186309"/>
            <a:ext cx="48386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We </a:t>
            </a:r>
            <a:r>
              <a:rPr lang="en-US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append</a:t>
            </a:r>
            <a:r>
              <a:rPr lang="en-US" sz="1600" b="0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 the new paragraph to the container DIV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241DD4-C4BF-44C0-A223-1B502C8155DA}"/>
              </a:ext>
            </a:extLst>
          </p:cNvPr>
          <p:cNvSpPr txBox="1"/>
          <p:nvPr/>
        </p:nvSpPr>
        <p:spPr>
          <a:xfrm>
            <a:off x="3262970" y="5259362"/>
            <a:ext cx="6096000" cy="1169551"/>
          </a:xfrm>
          <a:custGeom>
            <a:avLst/>
            <a:gdLst>
              <a:gd name="connsiteX0" fmla="*/ 0 w 6096000"/>
              <a:gd name="connsiteY0" fmla="*/ 0 h 1169551"/>
              <a:gd name="connsiteX1" fmla="*/ 554182 w 6096000"/>
              <a:gd name="connsiteY1" fmla="*/ 0 h 1169551"/>
              <a:gd name="connsiteX2" fmla="*/ 1169324 w 6096000"/>
              <a:gd name="connsiteY2" fmla="*/ 0 h 1169551"/>
              <a:gd name="connsiteX3" fmla="*/ 1540625 w 6096000"/>
              <a:gd name="connsiteY3" fmla="*/ 0 h 1169551"/>
              <a:gd name="connsiteX4" fmla="*/ 2094807 w 6096000"/>
              <a:gd name="connsiteY4" fmla="*/ 0 h 1169551"/>
              <a:gd name="connsiteX5" fmla="*/ 2527069 w 6096000"/>
              <a:gd name="connsiteY5" fmla="*/ 0 h 1169551"/>
              <a:gd name="connsiteX6" fmla="*/ 3081251 w 6096000"/>
              <a:gd name="connsiteY6" fmla="*/ 0 h 1169551"/>
              <a:gd name="connsiteX7" fmla="*/ 3574473 w 6096000"/>
              <a:gd name="connsiteY7" fmla="*/ 0 h 1169551"/>
              <a:gd name="connsiteX8" fmla="*/ 3945775 w 6096000"/>
              <a:gd name="connsiteY8" fmla="*/ 0 h 1169551"/>
              <a:gd name="connsiteX9" fmla="*/ 4621876 w 6096000"/>
              <a:gd name="connsiteY9" fmla="*/ 0 h 1169551"/>
              <a:gd name="connsiteX10" fmla="*/ 5297978 w 6096000"/>
              <a:gd name="connsiteY10" fmla="*/ 0 h 1169551"/>
              <a:gd name="connsiteX11" fmla="*/ 6096000 w 6096000"/>
              <a:gd name="connsiteY11" fmla="*/ 0 h 1169551"/>
              <a:gd name="connsiteX12" fmla="*/ 6096000 w 6096000"/>
              <a:gd name="connsiteY12" fmla="*/ 549689 h 1169551"/>
              <a:gd name="connsiteX13" fmla="*/ 6096000 w 6096000"/>
              <a:gd name="connsiteY13" fmla="*/ 1169551 h 1169551"/>
              <a:gd name="connsiteX14" fmla="*/ 5602778 w 6096000"/>
              <a:gd name="connsiteY14" fmla="*/ 1169551 h 1169551"/>
              <a:gd name="connsiteX15" fmla="*/ 5048596 w 6096000"/>
              <a:gd name="connsiteY15" fmla="*/ 1169551 h 1169551"/>
              <a:gd name="connsiteX16" fmla="*/ 4677295 w 6096000"/>
              <a:gd name="connsiteY16" fmla="*/ 1169551 h 1169551"/>
              <a:gd name="connsiteX17" fmla="*/ 4184073 w 6096000"/>
              <a:gd name="connsiteY17" fmla="*/ 1169551 h 1169551"/>
              <a:gd name="connsiteX18" fmla="*/ 3812771 w 6096000"/>
              <a:gd name="connsiteY18" fmla="*/ 1169551 h 1169551"/>
              <a:gd name="connsiteX19" fmla="*/ 3197629 w 6096000"/>
              <a:gd name="connsiteY19" fmla="*/ 1169551 h 1169551"/>
              <a:gd name="connsiteX20" fmla="*/ 2643447 w 6096000"/>
              <a:gd name="connsiteY20" fmla="*/ 1169551 h 1169551"/>
              <a:gd name="connsiteX21" fmla="*/ 1967345 w 6096000"/>
              <a:gd name="connsiteY21" fmla="*/ 1169551 h 1169551"/>
              <a:gd name="connsiteX22" fmla="*/ 1474124 w 6096000"/>
              <a:gd name="connsiteY22" fmla="*/ 1169551 h 1169551"/>
              <a:gd name="connsiteX23" fmla="*/ 798022 w 6096000"/>
              <a:gd name="connsiteY23" fmla="*/ 1169551 h 1169551"/>
              <a:gd name="connsiteX24" fmla="*/ 0 w 6096000"/>
              <a:gd name="connsiteY24" fmla="*/ 1169551 h 1169551"/>
              <a:gd name="connsiteX25" fmla="*/ 0 w 6096000"/>
              <a:gd name="connsiteY25" fmla="*/ 619862 h 1169551"/>
              <a:gd name="connsiteX26" fmla="*/ 0 w 6096000"/>
              <a:gd name="connsiteY26" fmla="*/ 0 h 1169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096000" h="1169551" fill="none" extrusionOk="0">
                <a:moveTo>
                  <a:pt x="0" y="0"/>
                </a:moveTo>
                <a:cubicBezTo>
                  <a:pt x="225795" y="-29539"/>
                  <a:pt x="439093" y="10683"/>
                  <a:pt x="554182" y="0"/>
                </a:cubicBezTo>
                <a:cubicBezTo>
                  <a:pt x="669271" y="-10683"/>
                  <a:pt x="974171" y="41001"/>
                  <a:pt x="1169324" y="0"/>
                </a:cubicBezTo>
                <a:cubicBezTo>
                  <a:pt x="1364477" y="-41001"/>
                  <a:pt x="1444391" y="41384"/>
                  <a:pt x="1540625" y="0"/>
                </a:cubicBezTo>
                <a:cubicBezTo>
                  <a:pt x="1636859" y="-41384"/>
                  <a:pt x="1857145" y="57551"/>
                  <a:pt x="2094807" y="0"/>
                </a:cubicBezTo>
                <a:cubicBezTo>
                  <a:pt x="2332469" y="-57551"/>
                  <a:pt x="2421951" y="12908"/>
                  <a:pt x="2527069" y="0"/>
                </a:cubicBezTo>
                <a:cubicBezTo>
                  <a:pt x="2632187" y="-12908"/>
                  <a:pt x="2927232" y="61115"/>
                  <a:pt x="3081251" y="0"/>
                </a:cubicBezTo>
                <a:cubicBezTo>
                  <a:pt x="3235270" y="-61115"/>
                  <a:pt x="3382697" y="9591"/>
                  <a:pt x="3574473" y="0"/>
                </a:cubicBezTo>
                <a:cubicBezTo>
                  <a:pt x="3766249" y="-9591"/>
                  <a:pt x="3780963" y="26793"/>
                  <a:pt x="3945775" y="0"/>
                </a:cubicBezTo>
                <a:cubicBezTo>
                  <a:pt x="4110587" y="-26793"/>
                  <a:pt x="4291421" y="74318"/>
                  <a:pt x="4621876" y="0"/>
                </a:cubicBezTo>
                <a:cubicBezTo>
                  <a:pt x="4952331" y="-74318"/>
                  <a:pt x="5136835" y="18993"/>
                  <a:pt x="5297978" y="0"/>
                </a:cubicBezTo>
                <a:cubicBezTo>
                  <a:pt x="5459121" y="-18993"/>
                  <a:pt x="5827761" y="34843"/>
                  <a:pt x="6096000" y="0"/>
                </a:cubicBezTo>
                <a:cubicBezTo>
                  <a:pt x="6124314" y="155694"/>
                  <a:pt x="6064342" y="402279"/>
                  <a:pt x="6096000" y="549689"/>
                </a:cubicBezTo>
                <a:cubicBezTo>
                  <a:pt x="6127658" y="697099"/>
                  <a:pt x="6051257" y="955305"/>
                  <a:pt x="6096000" y="1169551"/>
                </a:cubicBezTo>
                <a:cubicBezTo>
                  <a:pt x="5883931" y="1221651"/>
                  <a:pt x="5753952" y="1142515"/>
                  <a:pt x="5602778" y="1169551"/>
                </a:cubicBezTo>
                <a:cubicBezTo>
                  <a:pt x="5451604" y="1196587"/>
                  <a:pt x="5176226" y="1112891"/>
                  <a:pt x="5048596" y="1169551"/>
                </a:cubicBezTo>
                <a:cubicBezTo>
                  <a:pt x="4920966" y="1226211"/>
                  <a:pt x="4840936" y="1136403"/>
                  <a:pt x="4677295" y="1169551"/>
                </a:cubicBezTo>
                <a:cubicBezTo>
                  <a:pt x="4513654" y="1202699"/>
                  <a:pt x="4398625" y="1161780"/>
                  <a:pt x="4184073" y="1169551"/>
                </a:cubicBezTo>
                <a:cubicBezTo>
                  <a:pt x="3969521" y="1177322"/>
                  <a:pt x="3920993" y="1153687"/>
                  <a:pt x="3812771" y="1169551"/>
                </a:cubicBezTo>
                <a:cubicBezTo>
                  <a:pt x="3704549" y="1185415"/>
                  <a:pt x="3428459" y="1163823"/>
                  <a:pt x="3197629" y="1169551"/>
                </a:cubicBezTo>
                <a:cubicBezTo>
                  <a:pt x="2966799" y="1175279"/>
                  <a:pt x="2837954" y="1135905"/>
                  <a:pt x="2643447" y="1169551"/>
                </a:cubicBezTo>
                <a:cubicBezTo>
                  <a:pt x="2448940" y="1203197"/>
                  <a:pt x="2199948" y="1112246"/>
                  <a:pt x="1967345" y="1169551"/>
                </a:cubicBezTo>
                <a:cubicBezTo>
                  <a:pt x="1734742" y="1226856"/>
                  <a:pt x="1655233" y="1136695"/>
                  <a:pt x="1474124" y="1169551"/>
                </a:cubicBezTo>
                <a:cubicBezTo>
                  <a:pt x="1293015" y="1202407"/>
                  <a:pt x="1070301" y="1121043"/>
                  <a:pt x="798022" y="1169551"/>
                </a:cubicBezTo>
                <a:cubicBezTo>
                  <a:pt x="525743" y="1218059"/>
                  <a:pt x="199488" y="1129304"/>
                  <a:pt x="0" y="1169551"/>
                </a:cubicBezTo>
                <a:cubicBezTo>
                  <a:pt x="-57040" y="898069"/>
                  <a:pt x="18396" y="781841"/>
                  <a:pt x="0" y="619862"/>
                </a:cubicBezTo>
                <a:cubicBezTo>
                  <a:pt x="-18396" y="457883"/>
                  <a:pt x="36578" y="168427"/>
                  <a:pt x="0" y="0"/>
                </a:cubicBezTo>
                <a:close/>
              </a:path>
              <a:path w="6096000" h="1169551" stroke="0" extrusionOk="0">
                <a:moveTo>
                  <a:pt x="0" y="0"/>
                </a:moveTo>
                <a:cubicBezTo>
                  <a:pt x="82401" y="-39764"/>
                  <a:pt x="245988" y="35740"/>
                  <a:pt x="371302" y="0"/>
                </a:cubicBezTo>
                <a:cubicBezTo>
                  <a:pt x="496616" y="-35740"/>
                  <a:pt x="793340" y="10601"/>
                  <a:pt x="925484" y="0"/>
                </a:cubicBezTo>
                <a:cubicBezTo>
                  <a:pt x="1057628" y="-10601"/>
                  <a:pt x="1330648" y="15126"/>
                  <a:pt x="1540625" y="0"/>
                </a:cubicBezTo>
                <a:cubicBezTo>
                  <a:pt x="1750602" y="-15126"/>
                  <a:pt x="1759651" y="1575"/>
                  <a:pt x="1972887" y="0"/>
                </a:cubicBezTo>
                <a:cubicBezTo>
                  <a:pt x="2186123" y="-1575"/>
                  <a:pt x="2344481" y="50426"/>
                  <a:pt x="2648989" y="0"/>
                </a:cubicBezTo>
                <a:cubicBezTo>
                  <a:pt x="2953497" y="-50426"/>
                  <a:pt x="3098703" y="26345"/>
                  <a:pt x="3264131" y="0"/>
                </a:cubicBezTo>
                <a:cubicBezTo>
                  <a:pt x="3429559" y="-26345"/>
                  <a:pt x="3524005" y="3232"/>
                  <a:pt x="3696393" y="0"/>
                </a:cubicBezTo>
                <a:cubicBezTo>
                  <a:pt x="3868781" y="-3232"/>
                  <a:pt x="4103040" y="3493"/>
                  <a:pt x="4250575" y="0"/>
                </a:cubicBezTo>
                <a:cubicBezTo>
                  <a:pt x="4398110" y="-3493"/>
                  <a:pt x="4475404" y="3425"/>
                  <a:pt x="4682836" y="0"/>
                </a:cubicBezTo>
                <a:cubicBezTo>
                  <a:pt x="4890268" y="-3425"/>
                  <a:pt x="5041730" y="544"/>
                  <a:pt x="5297978" y="0"/>
                </a:cubicBezTo>
                <a:cubicBezTo>
                  <a:pt x="5554226" y="-544"/>
                  <a:pt x="5732558" y="13975"/>
                  <a:pt x="6096000" y="0"/>
                </a:cubicBezTo>
                <a:cubicBezTo>
                  <a:pt x="6156687" y="224456"/>
                  <a:pt x="6083826" y="458072"/>
                  <a:pt x="6096000" y="584776"/>
                </a:cubicBezTo>
                <a:cubicBezTo>
                  <a:pt x="6108174" y="711480"/>
                  <a:pt x="6079178" y="965151"/>
                  <a:pt x="6096000" y="1169551"/>
                </a:cubicBezTo>
                <a:cubicBezTo>
                  <a:pt x="5852182" y="1229550"/>
                  <a:pt x="5674645" y="1158797"/>
                  <a:pt x="5419898" y="1169551"/>
                </a:cubicBezTo>
                <a:cubicBezTo>
                  <a:pt x="5165151" y="1180305"/>
                  <a:pt x="5171564" y="1167015"/>
                  <a:pt x="4926676" y="1169551"/>
                </a:cubicBezTo>
                <a:cubicBezTo>
                  <a:pt x="4681788" y="1172087"/>
                  <a:pt x="4593962" y="1160265"/>
                  <a:pt x="4494415" y="1169551"/>
                </a:cubicBezTo>
                <a:cubicBezTo>
                  <a:pt x="4394868" y="1178837"/>
                  <a:pt x="4215940" y="1161768"/>
                  <a:pt x="4123113" y="1169551"/>
                </a:cubicBezTo>
                <a:cubicBezTo>
                  <a:pt x="4030286" y="1177334"/>
                  <a:pt x="3935190" y="1167614"/>
                  <a:pt x="3751811" y="1169551"/>
                </a:cubicBezTo>
                <a:cubicBezTo>
                  <a:pt x="3568432" y="1171488"/>
                  <a:pt x="3267434" y="1159933"/>
                  <a:pt x="3075709" y="1169551"/>
                </a:cubicBezTo>
                <a:cubicBezTo>
                  <a:pt x="2883984" y="1179169"/>
                  <a:pt x="2648571" y="1122251"/>
                  <a:pt x="2460567" y="1169551"/>
                </a:cubicBezTo>
                <a:cubicBezTo>
                  <a:pt x="2272563" y="1216851"/>
                  <a:pt x="2187230" y="1129988"/>
                  <a:pt x="2028305" y="1169551"/>
                </a:cubicBezTo>
                <a:cubicBezTo>
                  <a:pt x="1869380" y="1209114"/>
                  <a:pt x="1537131" y="1126891"/>
                  <a:pt x="1413164" y="1169551"/>
                </a:cubicBezTo>
                <a:cubicBezTo>
                  <a:pt x="1289197" y="1212211"/>
                  <a:pt x="1090550" y="1160167"/>
                  <a:pt x="858982" y="1169551"/>
                </a:cubicBezTo>
                <a:cubicBezTo>
                  <a:pt x="627414" y="1178935"/>
                  <a:pt x="235306" y="1132367"/>
                  <a:pt x="0" y="1169551"/>
                </a:cubicBezTo>
                <a:cubicBezTo>
                  <a:pt x="-29993" y="933647"/>
                  <a:pt x="47225" y="757399"/>
                  <a:pt x="0" y="584776"/>
                </a:cubicBezTo>
                <a:cubicBezTo>
                  <a:pt x="-47225" y="412153"/>
                  <a:pt x="25812" y="280899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29984434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&lt;div id=“container"&gt;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&lt;p id=“text1"&gt;This is a paragraph&lt;/p&gt;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&lt;p id=“text2"&gt;This is another paragraph&lt;/p&gt;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 &lt;p id=“text3"&gt;</a:t>
            </a:r>
            <a:r>
              <a:rPr lang="en-US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New paragraph</a:t>
            </a: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&lt;/p&gt;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Google Shape;166;p51">
            <a:extLst>
              <a:ext uri="{FF2B5EF4-FFF2-40B4-BE49-F238E27FC236}">
                <a16:creationId xmlns:a16="http://schemas.microsoft.com/office/drawing/2014/main" id="{17C5CB81-DF41-4109-B2A3-F01E6FA9F684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75;p7">
            <a:extLst>
              <a:ext uri="{FF2B5EF4-FFF2-40B4-BE49-F238E27FC236}">
                <a16:creationId xmlns:a16="http://schemas.microsoft.com/office/drawing/2014/main" id="{D4D00A22-5972-4DF9-8096-AF1586BDDE93}"/>
              </a:ext>
            </a:extLst>
          </p:cNvPr>
          <p:cNvSpPr txBox="1"/>
          <p:nvPr/>
        </p:nvSpPr>
        <p:spPr>
          <a:xfrm>
            <a:off x="1853751" y="150829"/>
            <a:ext cx="932688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to understand !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76C3B46-8110-4F3A-B6AC-C434194C55A3}"/>
              </a:ext>
            </a:extLst>
          </p:cNvPr>
          <p:cNvCxnSpPr>
            <a:cxnSpLocks/>
          </p:cNvCxnSpPr>
          <p:nvPr/>
        </p:nvCxnSpPr>
        <p:spPr>
          <a:xfrm flipH="1">
            <a:off x="4687747" y="1638044"/>
            <a:ext cx="2175740" cy="1178929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D40B433-4B79-497E-851E-5D2C5688D2D6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4248554" y="2365307"/>
            <a:ext cx="2651586" cy="1063693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6F05789-9256-4AD7-BA11-21D4E3806E7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4248554" y="2986230"/>
            <a:ext cx="2651586" cy="1030822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198A5DF-2C52-47EA-8838-19552214D106}"/>
              </a:ext>
            </a:extLst>
          </p:cNvPr>
          <p:cNvCxnSpPr>
            <a:cxnSpLocks/>
            <a:stCxn id="20" idx="1"/>
          </p:cNvCxnSpPr>
          <p:nvPr/>
        </p:nvCxnSpPr>
        <p:spPr>
          <a:xfrm flipH="1">
            <a:off x="3796496" y="4355566"/>
            <a:ext cx="3103644" cy="282409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C5BEC0D-F762-4C7A-B134-92DDB0242040}"/>
              </a:ext>
            </a:extLst>
          </p:cNvPr>
          <p:cNvSpPr txBox="1"/>
          <p:nvPr/>
        </p:nvSpPr>
        <p:spPr>
          <a:xfrm>
            <a:off x="4124612" y="6491153"/>
            <a:ext cx="4830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As a result, a new paragraph is added to the DIV container</a:t>
            </a:r>
          </a:p>
        </p:txBody>
      </p:sp>
    </p:spTree>
    <p:extLst>
      <p:ext uri="{BB962C8B-B14F-4D97-AF65-F5344CB8AC3E}">
        <p14:creationId xmlns:p14="http://schemas.microsoft.com/office/powerpoint/2010/main" val="3632169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" descr="Event in Javascript - ITZo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7109" y="1756850"/>
            <a:ext cx="8236566" cy="4071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2635233" y="322280"/>
            <a:ext cx="720031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5000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DOM API - 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Listen</a:t>
            </a: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to an event</a:t>
            </a:r>
            <a:endParaRPr lang="en-US" sz="105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6;p51">
            <a:extLst>
              <a:ext uri="{FF2B5EF4-FFF2-40B4-BE49-F238E27FC236}">
                <a16:creationId xmlns:a16="http://schemas.microsoft.com/office/drawing/2014/main" id="{A729A094-19A5-47D9-905C-CE8BC08A7738}"/>
              </a:ext>
            </a:extLst>
          </p:cNvPr>
          <p:cNvSpPr txBox="1"/>
          <p:nvPr/>
        </p:nvSpPr>
        <p:spPr>
          <a:xfrm>
            <a:off x="0" y="-4207"/>
            <a:ext cx="1625600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7"/>
          <p:cNvGraphicFramePr/>
          <p:nvPr>
            <p:extLst>
              <p:ext uri="{D42A27DB-BD31-4B8C-83A1-F6EECF244321}">
                <p14:modId xmlns:p14="http://schemas.microsoft.com/office/powerpoint/2010/main" val="246378283"/>
              </p:ext>
            </p:extLst>
          </p:nvPr>
        </p:nvGraphicFramePr>
        <p:xfrm>
          <a:off x="783771" y="1955797"/>
          <a:ext cx="10958286" cy="3677562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5519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69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800" u="none" strike="noStrike" cap="non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800" u="none" strike="noStrike" cap="none" dirty="0" err="1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.addEventListener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fr-FR" sz="1800" b="1" u="none" strike="noStrike" cap="none" dirty="0" err="1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</a:t>
                      </a: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fr-FR" sz="1800" b="1" u="none" strike="noStrike" cap="none" dirty="0" err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strike="noStrike" cap="none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Register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an </a:t>
                      </a:r>
                      <a:r>
                        <a:rPr lang="fr-FR" sz="1800" b="1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E</a:t>
                      </a:r>
                      <a:r>
                        <a:rPr lang="fr-FR" sz="1800" b="1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vent Handler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, for the </a:t>
                      </a: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event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</a:t>
                      </a:r>
                      <a:r>
                        <a:rPr lang="fr-FR" sz="1800" b="1" u="none" strike="noStrike" cap="none" dirty="0" err="1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name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to the </a:t>
                      </a:r>
                      <a:r>
                        <a:rPr lang="fr-FR" sz="1800" b="1" u="none" strike="noStrike" cap="none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element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, and the </a:t>
                      </a:r>
                      <a:r>
                        <a:rPr lang="fr-FR" sz="1800" b="1" u="none" strike="noStrike" cap="none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function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to </a:t>
                      </a: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execute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</a:t>
                      </a: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when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the </a:t>
                      </a: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event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</a:t>
                      </a: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happens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.</a:t>
                      </a:r>
                      <a:endParaRPr sz="1800" u="none" strike="noStrike" cap="none" dirty="0">
                        <a:solidFill>
                          <a:schemeClr val="accent6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61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endParaRPr sz="1800" u="none" strike="noStrike" cap="none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Consolas"/>
                        <a:buNone/>
                      </a:pPr>
                      <a:r>
                        <a:rPr lang="fr-FR" sz="1800" u="none" strike="noStrike" cap="none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element</a:t>
                      </a:r>
                      <a:r>
                        <a:rPr lang="fr-FR" sz="18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.removeEventListener(</a:t>
                      </a:r>
                      <a:r>
                        <a:rPr lang="fr-FR" sz="1800" b="1" u="none" strike="noStrike" cap="none">
                          <a:solidFill>
                            <a:schemeClr val="accent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name</a:t>
                      </a:r>
                      <a:r>
                        <a:rPr lang="fr-FR" sz="18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fr-FR" sz="1800" b="1" u="none" strike="noStrike" cap="non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fr-FR" sz="180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180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onsolas"/>
                        <a:buNone/>
                      </a:pP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Remove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the </a:t>
                      </a:r>
                      <a:r>
                        <a:rPr lang="fr-FR" sz="18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E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vent Handler </a:t>
                      </a:r>
                      <a:r>
                        <a:rPr lang="fr-FR" sz="1800" b="1" u="none" strike="noStrike" cap="none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function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for the </a:t>
                      </a: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event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</a:t>
                      </a:r>
                      <a:r>
                        <a:rPr lang="fr-FR" sz="1800" b="1" u="none" strike="noStrike" cap="none" dirty="0" err="1">
                          <a:solidFill>
                            <a:schemeClr val="accent6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name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</a:t>
                      </a:r>
                      <a:r>
                        <a:rPr lang="fr-FR" sz="1800" u="none" strike="noStrike" cap="none" dirty="0" err="1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from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 the </a:t>
                      </a:r>
                      <a:r>
                        <a:rPr lang="fr-FR" sz="1800" b="1" u="none" strike="noStrike" cap="none" dirty="0" err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element</a:t>
                      </a:r>
                      <a:r>
                        <a:rPr lang="fr-FR" sz="1800" u="none" strike="noStrike" cap="none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onsolas"/>
                        </a:rPr>
                        <a:t>.</a:t>
                      </a:r>
                      <a:endParaRPr sz="1800" u="none" strike="noStrike" cap="none" dirty="0">
                        <a:solidFill>
                          <a:srgbClr val="00B05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Google Shape;166;p51">
            <a:extLst>
              <a:ext uri="{FF2B5EF4-FFF2-40B4-BE49-F238E27FC236}">
                <a16:creationId xmlns:a16="http://schemas.microsoft.com/office/drawing/2014/main" id="{1BAF47F4-FDE5-45EE-99F5-BA86F8B0068E}"/>
              </a:ext>
            </a:extLst>
          </p:cNvPr>
          <p:cNvSpPr txBox="1"/>
          <p:nvPr/>
        </p:nvSpPr>
        <p:spPr>
          <a:xfrm>
            <a:off x="0" y="-4207"/>
            <a:ext cx="1625600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53;p5">
            <a:extLst>
              <a:ext uri="{FF2B5EF4-FFF2-40B4-BE49-F238E27FC236}">
                <a16:creationId xmlns:a16="http://schemas.microsoft.com/office/drawing/2014/main" id="{A78E0CF2-CC22-25F7-A9AA-CE98E23106A5}"/>
              </a:ext>
            </a:extLst>
          </p:cNvPr>
          <p:cNvSpPr txBox="1"/>
          <p:nvPr/>
        </p:nvSpPr>
        <p:spPr>
          <a:xfrm>
            <a:off x="2635233" y="322280"/>
            <a:ext cx="7200317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5000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DOM API - </a:t>
            </a:r>
            <a:r>
              <a:rPr lang="en-US" sz="40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Listen</a:t>
            </a: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to an event</a:t>
            </a:r>
            <a:endParaRPr lang="en-US" sz="105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 txBox="1"/>
          <p:nvPr/>
        </p:nvSpPr>
        <p:spPr>
          <a:xfrm>
            <a:off x="1937434" y="578206"/>
            <a:ext cx="831713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000"/>
            </a:pPr>
            <a:r>
              <a:rPr lang="en-US" sz="44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DOM API -  </a:t>
            </a:r>
            <a:r>
              <a:rPr lang="en-US" sz="4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Get </a:t>
            </a:r>
            <a:r>
              <a:rPr lang="en-US" sz="44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Event </a:t>
            </a:r>
            <a:r>
              <a:rPr lang="en-US" sz="44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information</a:t>
            </a:r>
          </a:p>
        </p:txBody>
      </p:sp>
      <p:graphicFrame>
        <p:nvGraphicFramePr>
          <p:cNvPr id="205" name="Google Shape;205;p10"/>
          <p:cNvGraphicFramePr/>
          <p:nvPr>
            <p:extLst>
              <p:ext uri="{D42A27DB-BD31-4B8C-83A1-F6EECF244321}">
                <p14:modId xmlns:p14="http://schemas.microsoft.com/office/powerpoint/2010/main" val="4081235165"/>
              </p:ext>
            </p:extLst>
          </p:nvPr>
        </p:nvGraphicFramePr>
        <p:xfrm>
          <a:off x="997744" y="2044275"/>
          <a:ext cx="10786950" cy="2769450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3365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1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1" u="none" strike="noStrike" cap="none" dirty="0" err="1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event.target</a:t>
                      </a:r>
                      <a:endParaRPr sz="2000" b="1" u="none" strike="noStrike" cap="none" dirty="0">
                        <a:solidFill>
                          <a:schemeClr val="accen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u="none" strike="noStrike" cap="none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</a:t>
                      </a:r>
                      <a:r>
                        <a:rPr lang="fr-FR" sz="2000" b="1" u="none" strike="noStrike" cap="none" dirty="0" err="1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reference</a:t>
                      </a:r>
                      <a:r>
                        <a:rPr lang="fr-FR" sz="2000" b="1" u="none" strike="noStrike" cap="none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to the </a:t>
                      </a:r>
                      <a:r>
                        <a:rPr lang="fr-FR" sz="2000" b="1" u="none" strike="noStrike" cap="none" dirty="0" err="1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object</a:t>
                      </a:r>
                      <a:r>
                        <a:rPr lang="fr-FR" sz="2000" b="1" u="none" strike="noStrike" cap="none" dirty="0">
                          <a:solidFill>
                            <a:schemeClr val="accen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fr-FR" sz="20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related</a:t>
                      </a:r>
                      <a:r>
                        <a:rPr lang="fr-FR" sz="20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to the </a:t>
                      </a:r>
                      <a:r>
                        <a:rPr lang="fr-FR" sz="20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1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event.clientX</a:t>
                      </a:r>
                      <a:endParaRPr sz="2000" b="1" u="none" strike="noStrike" cap="non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 X </a:t>
                      </a:r>
                      <a:r>
                        <a:rPr lang="fr-FR" sz="20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coordinate</a:t>
                      </a:r>
                      <a:r>
                        <a:rPr lang="fr-FR" sz="20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at </a:t>
                      </a:r>
                      <a:r>
                        <a:rPr lang="fr-FR" sz="20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which</a:t>
                      </a:r>
                      <a:r>
                        <a:rPr lang="fr-FR" sz="20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the </a:t>
                      </a:r>
                      <a:r>
                        <a:rPr lang="fr-FR" sz="20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</a:t>
                      </a:r>
                      <a:r>
                        <a:rPr lang="fr-FR" sz="20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fr-FR" sz="20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occured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745890866"/>
                  </a:ext>
                </a:extLst>
              </a:tr>
              <a:tr h="923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b="1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event.clientY</a:t>
                      </a:r>
                      <a:endParaRPr sz="2000" b="1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fr-FR" sz="20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 Y </a:t>
                      </a:r>
                      <a:r>
                        <a:rPr lang="fr-FR" sz="20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coordinate</a:t>
                      </a:r>
                      <a:r>
                        <a:rPr lang="fr-FR" sz="20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at </a:t>
                      </a:r>
                      <a:r>
                        <a:rPr lang="fr-FR" sz="20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which</a:t>
                      </a:r>
                      <a:r>
                        <a:rPr lang="fr-FR" sz="20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the </a:t>
                      </a:r>
                      <a:r>
                        <a:rPr lang="fr-FR" sz="20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event</a:t>
                      </a:r>
                      <a:r>
                        <a:rPr lang="fr-FR" sz="2000" u="none" strike="noStrike" cap="none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fr-FR" sz="2000" u="none" strike="noStrike" cap="none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occured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2578767111"/>
                  </a:ext>
                </a:extLst>
              </a:tr>
            </a:tbl>
          </a:graphicData>
        </a:graphic>
      </p:graphicFrame>
      <p:sp>
        <p:nvSpPr>
          <p:cNvPr id="7" name="Google Shape;166;p51">
            <a:extLst>
              <a:ext uri="{FF2B5EF4-FFF2-40B4-BE49-F238E27FC236}">
                <a16:creationId xmlns:a16="http://schemas.microsoft.com/office/drawing/2014/main" id="{FD4A3D7E-1994-43B3-8929-DA26973F6AC7}"/>
              </a:ext>
            </a:extLst>
          </p:cNvPr>
          <p:cNvSpPr txBox="1"/>
          <p:nvPr/>
        </p:nvSpPr>
        <p:spPr>
          <a:xfrm>
            <a:off x="0" y="-4207"/>
            <a:ext cx="1625600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2;p4">
            <a:extLst>
              <a:ext uri="{FF2B5EF4-FFF2-40B4-BE49-F238E27FC236}">
                <a16:creationId xmlns:a16="http://schemas.microsoft.com/office/drawing/2014/main" id="{02394390-DB15-212F-8740-05AD7CDE4F13}"/>
              </a:ext>
            </a:extLst>
          </p:cNvPr>
          <p:cNvSpPr txBox="1"/>
          <p:nvPr/>
        </p:nvSpPr>
        <p:spPr>
          <a:xfrm>
            <a:off x="1680607" y="149444"/>
            <a:ext cx="932688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Let’s explore  !</a:t>
            </a:r>
            <a:endParaRPr sz="40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176A7F-F0A7-08D2-0478-BC8CF739D47C}"/>
              </a:ext>
            </a:extLst>
          </p:cNvPr>
          <p:cNvSpPr txBox="1"/>
          <p:nvPr/>
        </p:nvSpPr>
        <p:spPr>
          <a:xfrm>
            <a:off x="343788" y="1202584"/>
            <a:ext cx="5993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the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DEMO-CODE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 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 some time to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 the code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endParaRPr lang="en-US" sz="2000" b="1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627B5A-AE17-33A8-459D-1F03AA0B9642}"/>
              </a:ext>
            </a:extLst>
          </p:cNvPr>
          <p:cNvSpPr txBox="1"/>
          <p:nvPr/>
        </p:nvSpPr>
        <p:spPr>
          <a:xfrm>
            <a:off x="8922457" y="2637367"/>
            <a:ext cx="2103461" cy="40011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ACTIONS EXPLORE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5CE229-E206-B7BD-59D0-AC3EE3311106}"/>
              </a:ext>
            </a:extLst>
          </p:cNvPr>
          <p:cNvSpPr txBox="1"/>
          <p:nvPr/>
        </p:nvSpPr>
        <p:spPr>
          <a:xfrm>
            <a:off x="8420964" y="3196459"/>
            <a:ext cx="3424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the list on console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Show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Hide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an element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US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color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of an item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lang="en-US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r>
              <a:rPr lang="en-US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an item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ACC56E-25AD-B83A-B131-047080959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04" y="2294625"/>
            <a:ext cx="7883200" cy="401432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36EAAC4F-E996-0FAF-30DD-C05FDEB8802E}"/>
              </a:ext>
            </a:extLst>
          </p:cNvPr>
          <p:cNvSpPr/>
          <p:nvPr/>
        </p:nvSpPr>
        <p:spPr>
          <a:xfrm flipV="1">
            <a:off x="4102100" y="4342064"/>
            <a:ext cx="908050" cy="344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A52409-BE9F-164D-2638-7F7F3BEF9B62}"/>
              </a:ext>
            </a:extLst>
          </p:cNvPr>
          <p:cNvSpPr/>
          <p:nvPr/>
        </p:nvSpPr>
        <p:spPr>
          <a:xfrm flipV="1">
            <a:off x="1039257" y="2777213"/>
            <a:ext cx="786606" cy="2602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A1B224F-B48E-937D-30E1-F898AE2BC302}"/>
              </a:ext>
            </a:extLst>
          </p:cNvPr>
          <p:cNvSpPr/>
          <p:nvPr/>
        </p:nvSpPr>
        <p:spPr>
          <a:xfrm flipV="1">
            <a:off x="1680607" y="4836845"/>
            <a:ext cx="786606" cy="2602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EFF364-8B13-32BA-112E-C4D6CDE779E2}"/>
              </a:ext>
            </a:extLst>
          </p:cNvPr>
          <p:cNvCxnSpPr>
            <a:stCxn id="15" idx="3"/>
            <a:endCxn id="16" idx="7"/>
          </p:cNvCxnSpPr>
          <p:nvPr/>
        </p:nvCxnSpPr>
        <p:spPr>
          <a:xfrm flipH="1" flipV="1">
            <a:off x="1710667" y="2999362"/>
            <a:ext cx="2524414" cy="13931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FF5A86-EE5D-B15D-A159-2C09043725B6}"/>
              </a:ext>
            </a:extLst>
          </p:cNvPr>
          <p:cNvCxnSpPr>
            <a:cxnSpLocks/>
          </p:cNvCxnSpPr>
          <p:nvPr/>
        </p:nvCxnSpPr>
        <p:spPr>
          <a:xfrm>
            <a:off x="1432560" y="3037477"/>
            <a:ext cx="447913" cy="17488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166;p51">
            <a:extLst>
              <a:ext uri="{FF2B5EF4-FFF2-40B4-BE49-F238E27FC236}">
                <a16:creationId xmlns:a16="http://schemas.microsoft.com/office/drawing/2014/main" id="{24FEF288-58C1-F9EB-6C0D-5961953B4A95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rgbClr val="00B0F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75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83DD0-B017-EE89-D8B1-33B417D56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6;p51">
            <a:extLst>
              <a:ext uri="{FF2B5EF4-FFF2-40B4-BE49-F238E27FC236}">
                <a16:creationId xmlns:a16="http://schemas.microsoft.com/office/drawing/2014/main" id="{4AD0E9EC-91E2-481A-641A-4C20DE582DEE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9F01FBC1-5F3E-F000-5523-0EF81AF43A9A}"/>
              </a:ext>
            </a:extLst>
          </p:cNvPr>
          <p:cNvSpPr txBox="1"/>
          <p:nvPr/>
        </p:nvSpPr>
        <p:spPr>
          <a:xfrm>
            <a:off x="3982836" y="189861"/>
            <a:ext cx="388409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8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Case 1</a:t>
            </a:r>
            <a:endParaRPr sz="48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33;p4">
            <a:extLst>
              <a:ext uri="{FF2B5EF4-FFF2-40B4-BE49-F238E27FC236}">
                <a16:creationId xmlns:a16="http://schemas.microsoft.com/office/drawing/2014/main" id="{4D2DF5C1-D08A-264F-78E6-A05017F28096}"/>
              </a:ext>
            </a:extLst>
          </p:cNvPr>
          <p:cNvSpPr txBox="1"/>
          <p:nvPr/>
        </p:nvSpPr>
        <p:spPr>
          <a:xfrm>
            <a:off x="1197834" y="1020817"/>
            <a:ext cx="1057266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clicking the “Print Item" button,  the list of items is displayed on console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A87CE9-CACD-947C-ABF3-5799156588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17"/>
          <a:stretch/>
        </p:blipFill>
        <p:spPr>
          <a:xfrm>
            <a:off x="1202596" y="2094819"/>
            <a:ext cx="5560479" cy="26683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A4F1159-A8ED-6867-2D92-8135BF6EEA51}"/>
              </a:ext>
            </a:extLst>
          </p:cNvPr>
          <p:cNvSpPr/>
          <p:nvPr/>
        </p:nvSpPr>
        <p:spPr>
          <a:xfrm>
            <a:off x="1300025" y="4081714"/>
            <a:ext cx="1145893" cy="509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5A9CE4-DFFA-746C-6464-FFBC8D1290B3}"/>
              </a:ext>
            </a:extLst>
          </p:cNvPr>
          <p:cNvSpPr/>
          <p:nvPr/>
        </p:nvSpPr>
        <p:spPr>
          <a:xfrm>
            <a:off x="6195179" y="3310944"/>
            <a:ext cx="978408" cy="48463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292BAD-0A05-8C6A-C881-334810F7A7EF}"/>
              </a:ext>
            </a:extLst>
          </p:cNvPr>
          <p:cNvSpPr txBox="1"/>
          <p:nvPr/>
        </p:nvSpPr>
        <p:spPr>
          <a:xfrm>
            <a:off x="7675211" y="2511575"/>
            <a:ext cx="1981160" cy="138499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Item 1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Item 2</a:t>
            </a:r>
          </a:p>
          <a:p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Item 3</a:t>
            </a:r>
          </a:p>
        </p:txBody>
      </p:sp>
    </p:spTree>
    <p:extLst>
      <p:ext uri="{BB962C8B-B14F-4D97-AF65-F5344CB8AC3E}">
        <p14:creationId xmlns:p14="http://schemas.microsoft.com/office/powerpoint/2010/main" val="2694023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8995E11F-4727-4755-9DFA-7C0BE4C090CF}"/>
              </a:ext>
            </a:extLst>
          </p:cNvPr>
          <p:cNvSpPr txBox="1"/>
          <p:nvPr/>
        </p:nvSpPr>
        <p:spPr>
          <a:xfrm>
            <a:off x="25801" y="455632"/>
            <a:ext cx="70253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items lists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upon button click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Google Shape;166;p51">
            <a:extLst>
              <a:ext uri="{FF2B5EF4-FFF2-40B4-BE49-F238E27FC236}">
                <a16:creationId xmlns:a16="http://schemas.microsoft.com/office/drawing/2014/main" id="{952142A3-FFB9-0725-B736-25E3561782F3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015668-1A63-CE44-110D-750C76C32389}"/>
              </a:ext>
            </a:extLst>
          </p:cNvPr>
          <p:cNvSpPr txBox="1"/>
          <p:nvPr/>
        </p:nvSpPr>
        <p:spPr>
          <a:xfrm>
            <a:off x="190275" y="2924493"/>
            <a:ext cx="8477904" cy="3477875"/>
          </a:xfrm>
          <a:custGeom>
            <a:avLst/>
            <a:gdLst>
              <a:gd name="connsiteX0" fmla="*/ 0 w 8477904"/>
              <a:gd name="connsiteY0" fmla="*/ 0 h 3477875"/>
              <a:gd name="connsiteX1" fmla="*/ 734752 w 8477904"/>
              <a:gd name="connsiteY1" fmla="*/ 0 h 3477875"/>
              <a:gd name="connsiteX2" fmla="*/ 1384724 w 8477904"/>
              <a:gd name="connsiteY2" fmla="*/ 0 h 3477875"/>
              <a:gd name="connsiteX3" fmla="*/ 2119476 w 8477904"/>
              <a:gd name="connsiteY3" fmla="*/ 0 h 3477875"/>
              <a:gd name="connsiteX4" fmla="*/ 2599891 w 8477904"/>
              <a:gd name="connsiteY4" fmla="*/ 0 h 3477875"/>
              <a:gd name="connsiteX5" fmla="*/ 3165084 w 8477904"/>
              <a:gd name="connsiteY5" fmla="*/ 0 h 3477875"/>
              <a:gd name="connsiteX6" fmla="*/ 3560720 w 8477904"/>
              <a:gd name="connsiteY6" fmla="*/ 0 h 3477875"/>
              <a:gd name="connsiteX7" fmla="*/ 4210692 w 8477904"/>
              <a:gd name="connsiteY7" fmla="*/ 0 h 3477875"/>
              <a:gd name="connsiteX8" fmla="*/ 4775886 w 8477904"/>
              <a:gd name="connsiteY8" fmla="*/ 0 h 3477875"/>
              <a:gd name="connsiteX9" fmla="*/ 5510638 w 8477904"/>
              <a:gd name="connsiteY9" fmla="*/ 0 h 3477875"/>
              <a:gd name="connsiteX10" fmla="*/ 6160610 w 8477904"/>
              <a:gd name="connsiteY10" fmla="*/ 0 h 3477875"/>
              <a:gd name="connsiteX11" fmla="*/ 6810583 w 8477904"/>
              <a:gd name="connsiteY11" fmla="*/ 0 h 3477875"/>
              <a:gd name="connsiteX12" fmla="*/ 7545335 w 8477904"/>
              <a:gd name="connsiteY12" fmla="*/ 0 h 3477875"/>
              <a:gd name="connsiteX13" fmla="*/ 7940970 w 8477904"/>
              <a:gd name="connsiteY13" fmla="*/ 0 h 3477875"/>
              <a:gd name="connsiteX14" fmla="*/ 8477904 w 8477904"/>
              <a:gd name="connsiteY14" fmla="*/ 0 h 3477875"/>
              <a:gd name="connsiteX15" fmla="*/ 8477904 w 8477904"/>
              <a:gd name="connsiteY15" fmla="*/ 614425 h 3477875"/>
              <a:gd name="connsiteX16" fmla="*/ 8477904 w 8477904"/>
              <a:gd name="connsiteY16" fmla="*/ 1263628 h 3477875"/>
              <a:gd name="connsiteX17" fmla="*/ 8477904 w 8477904"/>
              <a:gd name="connsiteY17" fmla="*/ 1773716 h 3477875"/>
              <a:gd name="connsiteX18" fmla="*/ 8477904 w 8477904"/>
              <a:gd name="connsiteY18" fmla="*/ 2283805 h 3477875"/>
              <a:gd name="connsiteX19" fmla="*/ 8477904 w 8477904"/>
              <a:gd name="connsiteY19" fmla="*/ 2898229 h 3477875"/>
              <a:gd name="connsiteX20" fmla="*/ 8477904 w 8477904"/>
              <a:gd name="connsiteY20" fmla="*/ 3477875 h 3477875"/>
              <a:gd name="connsiteX21" fmla="*/ 7743152 w 8477904"/>
              <a:gd name="connsiteY21" fmla="*/ 3477875 h 3477875"/>
              <a:gd name="connsiteX22" fmla="*/ 7432296 w 8477904"/>
              <a:gd name="connsiteY22" fmla="*/ 3477875 h 3477875"/>
              <a:gd name="connsiteX23" fmla="*/ 6867102 w 8477904"/>
              <a:gd name="connsiteY23" fmla="*/ 3477875 h 3477875"/>
              <a:gd name="connsiteX24" fmla="*/ 6556246 w 8477904"/>
              <a:gd name="connsiteY24" fmla="*/ 3477875 h 3477875"/>
              <a:gd name="connsiteX25" fmla="*/ 5821494 w 8477904"/>
              <a:gd name="connsiteY25" fmla="*/ 3477875 h 3477875"/>
              <a:gd name="connsiteX26" fmla="*/ 5256300 w 8477904"/>
              <a:gd name="connsiteY26" fmla="*/ 3477875 h 3477875"/>
              <a:gd name="connsiteX27" fmla="*/ 4775886 w 8477904"/>
              <a:gd name="connsiteY27" fmla="*/ 3477875 h 3477875"/>
              <a:gd name="connsiteX28" fmla="*/ 4295471 w 8477904"/>
              <a:gd name="connsiteY28" fmla="*/ 3477875 h 3477875"/>
              <a:gd name="connsiteX29" fmla="*/ 3645499 w 8477904"/>
              <a:gd name="connsiteY29" fmla="*/ 3477875 h 3477875"/>
              <a:gd name="connsiteX30" fmla="*/ 3080305 w 8477904"/>
              <a:gd name="connsiteY30" fmla="*/ 3477875 h 3477875"/>
              <a:gd name="connsiteX31" fmla="*/ 2684670 w 8477904"/>
              <a:gd name="connsiteY31" fmla="*/ 3477875 h 3477875"/>
              <a:gd name="connsiteX32" fmla="*/ 2204255 w 8477904"/>
              <a:gd name="connsiteY32" fmla="*/ 3477875 h 3477875"/>
              <a:gd name="connsiteX33" fmla="*/ 1469503 w 8477904"/>
              <a:gd name="connsiteY33" fmla="*/ 3477875 h 3477875"/>
              <a:gd name="connsiteX34" fmla="*/ 819531 w 8477904"/>
              <a:gd name="connsiteY34" fmla="*/ 3477875 h 3477875"/>
              <a:gd name="connsiteX35" fmla="*/ 0 w 8477904"/>
              <a:gd name="connsiteY35" fmla="*/ 3477875 h 3477875"/>
              <a:gd name="connsiteX36" fmla="*/ 0 w 8477904"/>
              <a:gd name="connsiteY36" fmla="*/ 2898229 h 3477875"/>
              <a:gd name="connsiteX37" fmla="*/ 0 w 8477904"/>
              <a:gd name="connsiteY37" fmla="*/ 2353362 h 3477875"/>
              <a:gd name="connsiteX38" fmla="*/ 0 w 8477904"/>
              <a:gd name="connsiteY38" fmla="*/ 1808495 h 3477875"/>
              <a:gd name="connsiteX39" fmla="*/ 0 w 8477904"/>
              <a:gd name="connsiteY39" fmla="*/ 1263628 h 3477875"/>
              <a:gd name="connsiteX40" fmla="*/ 0 w 8477904"/>
              <a:gd name="connsiteY40" fmla="*/ 718761 h 3477875"/>
              <a:gd name="connsiteX41" fmla="*/ 0 w 8477904"/>
              <a:gd name="connsiteY41" fmla="*/ 0 h 347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477904" h="3477875" extrusionOk="0">
                <a:moveTo>
                  <a:pt x="0" y="0"/>
                </a:moveTo>
                <a:cubicBezTo>
                  <a:pt x="203845" y="-18709"/>
                  <a:pt x="511906" y="36473"/>
                  <a:pt x="734752" y="0"/>
                </a:cubicBezTo>
                <a:cubicBezTo>
                  <a:pt x="957598" y="-36473"/>
                  <a:pt x="1189338" y="65028"/>
                  <a:pt x="1384724" y="0"/>
                </a:cubicBezTo>
                <a:cubicBezTo>
                  <a:pt x="1580110" y="-65028"/>
                  <a:pt x="1804970" y="31323"/>
                  <a:pt x="2119476" y="0"/>
                </a:cubicBezTo>
                <a:cubicBezTo>
                  <a:pt x="2433982" y="-31323"/>
                  <a:pt x="2425410" y="27723"/>
                  <a:pt x="2599891" y="0"/>
                </a:cubicBezTo>
                <a:cubicBezTo>
                  <a:pt x="2774373" y="-27723"/>
                  <a:pt x="2919275" y="65136"/>
                  <a:pt x="3165084" y="0"/>
                </a:cubicBezTo>
                <a:cubicBezTo>
                  <a:pt x="3410893" y="-65136"/>
                  <a:pt x="3472515" y="10920"/>
                  <a:pt x="3560720" y="0"/>
                </a:cubicBezTo>
                <a:cubicBezTo>
                  <a:pt x="3648925" y="-10920"/>
                  <a:pt x="3994238" y="63038"/>
                  <a:pt x="4210692" y="0"/>
                </a:cubicBezTo>
                <a:cubicBezTo>
                  <a:pt x="4427146" y="-63038"/>
                  <a:pt x="4573676" y="58427"/>
                  <a:pt x="4775886" y="0"/>
                </a:cubicBezTo>
                <a:cubicBezTo>
                  <a:pt x="4978096" y="-58427"/>
                  <a:pt x="5362730" y="19461"/>
                  <a:pt x="5510638" y="0"/>
                </a:cubicBezTo>
                <a:cubicBezTo>
                  <a:pt x="5658546" y="-19461"/>
                  <a:pt x="5977051" y="36732"/>
                  <a:pt x="6160610" y="0"/>
                </a:cubicBezTo>
                <a:cubicBezTo>
                  <a:pt x="6344169" y="-36732"/>
                  <a:pt x="6532345" y="775"/>
                  <a:pt x="6810583" y="0"/>
                </a:cubicBezTo>
                <a:cubicBezTo>
                  <a:pt x="7088821" y="-775"/>
                  <a:pt x="7384926" y="77933"/>
                  <a:pt x="7545335" y="0"/>
                </a:cubicBezTo>
                <a:cubicBezTo>
                  <a:pt x="7705744" y="-77933"/>
                  <a:pt x="7778008" y="18611"/>
                  <a:pt x="7940970" y="0"/>
                </a:cubicBezTo>
                <a:cubicBezTo>
                  <a:pt x="8103932" y="-18611"/>
                  <a:pt x="8305797" y="47871"/>
                  <a:pt x="8477904" y="0"/>
                </a:cubicBezTo>
                <a:cubicBezTo>
                  <a:pt x="8532799" y="170542"/>
                  <a:pt x="8471364" y="404378"/>
                  <a:pt x="8477904" y="614425"/>
                </a:cubicBezTo>
                <a:cubicBezTo>
                  <a:pt x="8484444" y="824473"/>
                  <a:pt x="8435042" y="954804"/>
                  <a:pt x="8477904" y="1263628"/>
                </a:cubicBezTo>
                <a:cubicBezTo>
                  <a:pt x="8520766" y="1572452"/>
                  <a:pt x="8455378" y="1650056"/>
                  <a:pt x="8477904" y="1773716"/>
                </a:cubicBezTo>
                <a:cubicBezTo>
                  <a:pt x="8500430" y="1897376"/>
                  <a:pt x="8447588" y="2169003"/>
                  <a:pt x="8477904" y="2283805"/>
                </a:cubicBezTo>
                <a:cubicBezTo>
                  <a:pt x="8508220" y="2398607"/>
                  <a:pt x="8467427" y="2598108"/>
                  <a:pt x="8477904" y="2898229"/>
                </a:cubicBezTo>
                <a:cubicBezTo>
                  <a:pt x="8488381" y="3198350"/>
                  <a:pt x="8476371" y="3230735"/>
                  <a:pt x="8477904" y="3477875"/>
                </a:cubicBezTo>
                <a:cubicBezTo>
                  <a:pt x="8239471" y="3513057"/>
                  <a:pt x="7922241" y="3405006"/>
                  <a:pt x="7743152" y="3477875"/>
                </a:cubicBezTo>
                <a:cubicBezTo>
                  <a:pt x="7564063" y="3550744"/>
                  <a:pt x="7587197" y="3477469"/>
                  <a:pt x="7432296" y="3477875"/>
                </a:cubicBezTo>
                <a:cubicBezTo>
                  <a:pt x="7277395" y="3478281"/>
                  <a:pt x="7084825" y="3428134"/>
                  <a:pt x="6867102" y="3477875"/>
                </a:cubicBezTo>
                <a:cubicBezTo>
                  <a:pt x="6649379" y="3527616"/>
                  <a:pt x="6688322" y="3467826"/>
                  <a:pt x="6556246" y="3477875"/>
                </a:cubicBezTo>
                <a:cubicBezTo>
                  <a:pt x="6424170" y="3487924"/>
                  <a:pt x="6079641" y="3417108"/>
                  <a:pt x="5821494" y="3477875"/>
                </a:cubicBezTo>
                <a:cubicBezTo>
                  <a:pt x="5563347" y="3538642"/>
                  <a:pt x="5532287" y="3441472"/>
                  <a:pt x="5256300" y="3477875"/>
                </a:cubicBezTo>
                <a:cubicBezTo>
                  <a:pt x="4980313" y="3514278"/>
                  <a:pt x="5013693" y="3450081"/>
                  <a:pt x="4775886" y="3477875"/>
                </a:cubicBezTo>
                <a:cubicBezTo>
                  <a:pt x="4538079" y="3505669"/>
                  <a:pt x="4455402" y="3466416"/>
                  <a:pt x="4295471" y="3477875"/>
                </a:cubicBezTo>
                <a:cubicBezTo>
                  <a:pt x="4135541" y="3489334"/>
                  <a:pt x="3943725" y="3416931"/>
                  <a:pt x="3645499" y="3477875"/>
                </a:cubicBezTo>
                <a:cubicBezTo>
                  <a:pt x="3347273" y="3538819"/>
                  <a:pt x="3346113" y="3416792"/>
                  <a:pt x="3080305" y="3477875"/>
                </a:cubicBezTo>
                <a:cubicBezTo>
                  <a:pt x="2814497" y="3538958"/>
                  <a:pt x="2869079" y="3463770"/>
                  <a:pt x="2684670" y="3477875"/>
                </a:cubicBezTo>
                <a:cubicBezTo>
                  <a:pt x="2500261" y="3491980"/>
                  <a:pt x="2436178" y="3432256"/>
                  <a:pt x="2204255" y="3477875"/>
                </a:cubicBezTo>
                <a:cubicBezTo>
                  <a:pt x="1972332" y="3523494"/>
                  <a:pt x="1718022" y="3420196"/>
                  <a:pt x="1469503" y="3477875"/>
                </a:cubicBezTo>
                <a:cubicBezTo>
                  <a:pt x="1220984" y="3535554"/>
                  <a:pt x="1007581" y="3400817"/>
                  <a:pt x="819531" y="3477875"/>
                </a:cubicBezTo>
                <a:cubicBezTo>
                  <a:pt x="631481" y="3554933"/>
                  <a:pt x="371951" y="3449394"/>
                  <a:pt x="0" y="3477875"/>
                </a:cubicBezTo>
                <a:cubicBezTo>
                  <a:pt x="-57511" y="3257410"/>
                  <a:pt x="33688" y="3050907"/>
                  <a:pt x="0" y="2898229"/>
                </a:cubicBezTo>
                <a:cubicBezTo>
                  <a:pt x="-33688" y="2745551"/>
                  <a:pt x="366" y="2513085"/>
                  <a:pt x="0" y="2353362"/>
                </a:cubicBezTo>
                <a:cubicBezTo>
                  <a:pt x="-366" y="2193639"/>
                  <a:pt x="31383" y="2059499"/>
                  <a:pt x="0" y="1808495"/>
                </a:cubicBezTo>
                <a:cubicBezTo>
                  <a:pt x="-31383" y="1557491"/>
                  <a:pt x="25836" y="1422963"/>
                  <a:pt x="0" y="1263628"/>
                </a:cubicBezTo>
                <a:cubicBezTo>
                  <a:pt x="-25836" y="1104293"/>
                  <a:pt x="43906" y="851758"/>
                  <a:pt x="0" y="718761"/>
                </a:cubicBezTo>
                <a:cubicBezTo>
                  <a:pt x="-43906" y="585764"/>
                  <a:pt x="24517" y="19743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const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getElementById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("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printItems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printButton.addEventListener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("click",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list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itemList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items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list.children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for (const item of items)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console.log(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item.textContent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DC3F65-336B-20F9-190F-B78405810E84}"/>
              </a:ext>
            </a:extLst>
          </p:cNvPr>
          <p:cNvSpPr txBox="1"/>
          <p:nvPr/>
        </p:nvSpPr>
        <p:spPr>
          <a:xfrm>
            <a:off x="381629" y="1663195"/>
            <a:ext cx="52325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1 - select the button from the DOM, using the ID</a:t>
            </a:r>
            <a:endParaRPr lang="en-US" sz="20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9253C2-C960-6A3E-A4A9-72109EDEF191}"/>
              </a:ext>
            </a:extLst>
          </p:cNvPr>
          <p:cNvCxnSpPr>
            <a:cxnSpLocks/>
          </p:cNvCxnSpPr>
          <p:nvPr/>
        </p:nvCxnSpPr>
        <p:spPr>
          <a:xfrm>
            <a:off x="3978099" y="2124272"/>
            <a:ext cx="1207056" cy="7958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624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A809B-A410-D3EF-481E-B9638467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84B39E6A-ABE8-BBBA-C216-D564F27B8645}"/>
              </a:ext>
            </a:extLst>
          </p:cNvPr>
          <p:cNvSpPr txBox="1"/>
          <p:nvPr/>
        </p:nvSpPr>
        <p:spPr>
          <a:xfrm>
            <a:off x="25801" y="455632"/>
            <a:ext cx="70253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items lists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upon button click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Google Shape;166;p51">
            <a:extLst>
              <a:ext uri="{FF2B5EF4-FFF2-40B4-BE49-F238E27FC236}">
                <a16:creationId xmlns:a16="http://schemas.microsoft.com/office/drawing/2014/main" id="{D0D945D5-4DDE-E1C2-AFBB-FA02649CC4D8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7268E3-78BB-98F7-44F8-A2E6E079EC20}"/>
              </a:ext>
            </a:extLst>
          </p:cNvPr>
          <p:cNvSpPr txBox="1"/>
          <p:nvPr/>
        </p:nvSpPr>
        <p:spPr>
          <a:xfrm>
            <a:off x="190275" y="2924493"/>
            <a:ext cx="8477904" cy="3477875"/>
          </a:xfrm>
          <a:custGeom>
            <a:avLst/>
            <a:gdLst>
              <a:gd name="connsiteX0" fmla="*/ 0 w 8477904"/>
              <a:gd name="connsiteY0" fmla="*/ 0 h 3477875"/>
              <a:gd name="connsiteX1" fmla="*/ 734752 w 8477904"/>
              <a:gd name="connsiteY1" fmla="*/ 0 h 3477875"/>
              <a:gd name="connsiteX2" fmla="*/ 1384724 w 8477904"/>
              <a:gd name="connsiteY2" fmla="*/ 0 h 3477875"/>
              <a:gd name="connsiteX3" fmla="*/ 2119476 w 8477904"/>
              <a:gd name="connsiteY3" fmla="*/ 0 h 3477875"/>
              <a:gd name="connsiteX4" fmla="*/ 2599891 w 8477904"/>
              <a:gd name="connsiteY4" fmla="*/ 0 h 3477875"/>
              <a:gd name="connsiteX5" fmla="*/ 3165084 w 8477904"/>
              <a:gd name="connsiteY5" fmla="*/ 0 h 3477875"/>
              <a:gd name="connsiteX6" fmla="*/ 3560720 w 8477904"/>
              <a:gd name="connsiteY6" fmla="*/ 0 h 3477875"/>
              <a:gd name="connsiteX7" fmla="*/ 4210692 w 8477904"/>
              <a:gd name="connsiteY7" fmla="*/ 0 h 3477875"/>
              <a:gd name="connsiteX8" fmla="*/ 4775886 w 8477904"/>
              <a:gd name="connsiteY8" fmla="*/ 0 h 3477875"/>
              <a:gd name="connsiteX9" fmla="*/ 5510638 w 8477904"/>
              <a:gd name="connsiteY9" fmla="*/ 0 h 3477875"/>
              <a:gd name="connsiteX10" fmla="*/ 6160610 w 8477904"/>
              <a:gd name="connsiteY10" fmla="*/ 0 h 3477875"/>
              <a:gd name="connsiteX11" fmla="*/ 6810583 w 8477904"/>
              <a:gd name="connsiteY11" fmla="*/ 0 h 3477875"/>
              <a:gd name="connsiteX12" fmla="*/ 7545335 w 8477904"/>
              <a:gd name="connsiteY12" fmla="*/ 0 h 3477875"/>
              <a:gd name="connsiteX13" fmla="*/ 7940970 w 8477904"/>
              <a:gd name="connsiteY13" fmla="*/ 0 h 3477875"/>
              <a:gd name="connsiteX14" fmla="*/ 8477904 w 8477904"/>
              <a:gd name="connsiteY14" fmla="*/ 0 h 3477875"/>
              <a:gd name="connsiteX15" fmla="*/ 8477904 w 8477904"/>
              <a:gd name="connsiteY15" fmla="*/ 614425 h 3477875"/>
              <a:gd name="connsiteX16" fmla="*/ 8477904 w 8477904"/>
              <a:gd name="connsiteY16" fmla="*/ 1263628 h 3477875"/>
              <a:gd name="connsiteX17" fmla="*/ 8477904 w 8477904"/>
              <a:gd name="connsiteY17" fmla="*/ 1773716 h 3477875"/>
              <a:gd name="connsiteX18" fmla="*/ 8477904 w 8477904"/>
              <a:gd name="connsiteY18" fmla="*/ 2283805 h 3477875"/>
              <a:gd name="connsiteX19" fmla="*/ 8477904 w 8477904"/>
              <a:gd name="connsiteY19" fmla="*/ 2898229 h 3477875"/>
              <a:gd name="connsiteX20" fmla="*/ 8477904 w 8477904"/>
              <a:gd name="connsiteY20" fmla="*/ 3477875 h 3477875"/>
              <a:gd name="connsiteX21" fmla="*/ 7743152 w 8477904"/>
              <a:gd name="connsiteY21" fmla="*/ 3477875 h 3477875"/>
              <a:gd name="connsiteX22" fmla="*/ 7432296 w 8477904"/>
              <a:gd name="connsiteY22" fmla="*/ 3477875 h 3477875"/>
              <a:gd name="connsiteX23" fmla="*/ 6867102 w 8477904"/>
              <a:gd name="connsiteY23" fmla="*/ 3477875 h 3477875"/>
              <a:gd name="connsiteX24" fmla="*/ 6556246 w 8477904"/>
              <a:gd name="connsiteY24" fmla="*/ 3477875 h 3477875"/>
              <a:gd name="connsiteX25" fmla="*/ 5821494 w 8477904"/>
              <a:gd name="connsiteY25" fmla="*/ 3477875 h 3477875"/>
              <a:gd name="connsiteX26" fmla="*/ 5256300 w 8477904"/>
              <a:gd name="connsiteY26" fmla="*/ 3477875 h 3477875"/>
              <a:gd name="connsiteX27" fmla="*/ 4775886 w 8477904"/>
              <a:gd name="connsiteY27" fmla="*/ 3477875 h 3477875"/>
              <a:gd name="connsiteX28" fmla="*/ 4295471 w 8477904"/>
              <a:gd name="connsiteY28" fmla="*/ 3477875 h 3477875"/>
              <a:gd name="connsiteX29" fmla="*/ 3645499 w 8477904"/>
              <a:gd name="connsiteY29" fmla="*/ 3477875 h 3477875"/>
              <a:gd name="connsiteX30" fmla="*/ 3080305 w 8477904"/>
              <a:gd name="connsiteY30" fmla="*/ 3477875 h 3477875"/>
              <a:gd name="connsiteX31" fmla="*/ 2684670 w 8477904"/>
              <a:gd name="connsiteY31" fmla="*/ 3477875 h 3477875"/>
              <a:gd name="connsiteX32" fmla="*/ 2204255 w 8477904"/>
              <a:gd name="connsiteY32" fmla="*/ 3477875 h 3477875"/>
              <a:gd name="connsiteX33" fmla="*/ 1469503 w 8477904"/>
              <a:gd name="connsiteY33" fmla="*/ 3477875 h 3477875"/>
              <a:gd name="connsiteX34" fmla="*/ 819531 w 8477904"/>
              <a:gd name="connsiteY34" fmla="*/ 3477875 h 3477875"/>
              <a:gd name="connsiteX35" fmla="*/ 0 w 8477904"/>
              <a:gd name="connsiteY35" fmla="*/ 3477875 h 3477875"/>
              <a:gd name="connsiteX36" fmla="*/ 0 w 8477904"/>
              <a:gd name="connsiteY36" fmla="*/ 2898229 h 3477875"/>
              <a:gd name="connsiteX37" fmla="*/ 0 w 8477904"/>
              <a:gd name="connsiteY37" fmla="*/ 2353362 h 3477875"/>
              <a:gd name="connsiteX38" fmla="*/ 0 w 8477904"/>
              <a:gd name="connsiteY38" fmla="*/ 1808495 h 3477875"/>
              <a:gd name="connsiteX39" fmla="*/ 0 w 8477904"/>
              <a:gd name="connsiteY39" fmla="*/ 1263628 h 3477875"/>
              <a:gd name="connsiteX40" fmla="*/ 0 w 8477904"/>
              <a:gd name="connsiteY40" fmla="*/ 718761 h 3477875"/>
              <a:gd name="connsiteX41" fmla="*/ 0 w 8477904"/>
              <a:gd name="connsiteY41" fmla="*/ 0 h 347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477904" h="3477875" extrusionOk="0">
                <a:moveTo>
                  <a:pt x="0" y="0"/>
                </a:moveTo>
                <a:cubicBezTo>
                  <a:pt x="203845" y="-18709"/>
                  <a:pt x="511906" y="36473"/>
                  <a:pt x="734752" y="0"/>
                </a:cubicBezTo>
                <a:cubicBezTo>
                  <a:pt x="957598" y="-36473"/>
                  <a:pt x="1189338" y="65028"/>
                  <a:pt x="1384724" y="0"/>
                </a:cubicBezTo>
                <a:cubicBezTo>
                  <a:pt x="1580110" y="-65028"/>
                  <a:pt x="1804970" y="31323"/>
                  <a:pt x="2119476" y="0"/>
                </a:cubicBezTo>
                <a:cubicBezTo>
                  <a:pt x="2433982" y="-31323"/>
                  <a:pt x="2425410" y="27723"/>
                  <a:pt x="2599891" y="0"/>
                </a:cubicBezTo>
                <a:cubicBezTo>
                  <a:pt x="2774373" y="-27723"/>
                  <a:pt x="2919275" y="65136"/>
                  <a:pt x="3165084" y="0"/>
                </a:cubicBezTo>
                <a:cubicBezTo>
                  <a:pt x="3410893" y="-65136"/>
                  <a:pt x="3472515" y="10920"/>
                  <a:pt x="3560720" y="0"/>
                </a:cubicBezTo>
                <a:cubicBezTo>
                  <a:pt x="3648925" y="-10920"/>
                  <a:pt x="3994238" y="63038"/>
                  <a:pt x="4210692" y="0"/>
                </a:cubicBezTo>
                <a:cubicBezTo>
                  <a:pt x="4427146" y="-63038"/>
                  <a:pt x="4573676" y="58427"/>
                  <a:pt x="4775886" y="0"/>
                </a:cubicBezTo>
                <a:cubicBezTo>
                  <a:pt x="4978096" y="-58427"/>
                  <a:pt x="5362730" y="19461"/>
                  <a:pt x="5510638" y="0"/>
                </a:cubicBezTo>
                <a:cubicBezTo>
                  <a:pt x="5658546" y="-19461"/>
                  <a:pt x="5977051" y="36732"/>
                  <a:pt x="6160610" y="0"/>
                </a:cubicBezTo>
                <a:cubicBezTo>
                  <a:pt x="6344169" y="-36732"/>
                  <a:pt x="6532345" y="775"/>
                  <a:pt x="6810583" y="0"/>
                </a:cubicBezTo>
                <a:cubicBezTo>
                  <a:pt x="7088821" y="-775"/>
                  <a:pt x="7384926" y="77933"/>
                  <a:pt x="7545335" y="0"/>
                </a:cubicBezTo>
                <a:cubicBezTo>
                  <a:pt x="7705744" y="-77933"/>
                  <a:pt x="7778008" y="18611"/>
                  <a:pt x="7940970" y="0"/>
                </a:cubicBezTo>
                <a:cubicBezTo>
                  <a:pt x="8103932" y="-18611"/>
                  <a:pt x="8305797" y="47871"/>
                  <a:pt x="8477904" y="0"/>
                </a:cubicBezTo>
                <a:cubicBezTo>
                  <a:pt x="8532799" y="170542"/>
                  <a:pt x="8471364" y="404378"/>
                  <a:pt x="8477904" y="614425"/>
                </a:cubicBezTo>
                <a:cubicBezTo>
                  <a:pt x="8484444" y="824473"/>
                  <a:pt x="8435042" y="954804"/>
                  <a:pt x="8477904" y="1263628"/>
                </a:cubicBezTo>
                <a:cubicBezTo>
                  <a:pt x="8520766" y="1572452"/>
                  <a:pt x="8455378" y="1650056"/>
                  <a:pt x="8477904" y="1773716"/>
                </a:cubicBezTo>
                <a:cubicBezTo>
                  <a:pt x="8500430" y="1897376"/>
                  <a:pt x="8447588" y="2169003"/>
                  <a:pt x="8477904" y="2283805"/>
                </a:cubicBezTo>
                <a:cubicBezTo>
                  <a:pt x="8508220" y="2398607"/>
                  <a:pt x="8467427" y="2598108"/>
                  <a:pt x="8477904" y="2898229"/>
                </a:cubicBezTo>
                <a:cubicBezTo>
                  <a:pt x="8488381" y="3198350"/>
                  <a:pt x="8476371" y="3230735"/>
                  <a:pt x="8477904" y="3477875"/>
                </a:cubicBezTo>
                <a:cubicBezTo>
                  <a:pt x="8239471" y="3513057"/>
                  <a:pt x="7922241" y="3405006"/>
                  <a:pt x="7743152" y="3477875"/>
                </a:cubicBezTo>
                <a:cubicBezTo>
                  <a:pt x="7564063" y="3550744"/>
                  <a:pt x="7587197" y="3477469"/>
                  <a:pt x="7432296" y="3477875"/>
                </a:cubicBezTo>
                <a:cubicBezTo>
                  <a:pt x="7277395" y="3478281"/>
                  <a:pt x="7084825" y="3428134"/>
                  <a:pt x="6867102" y="3477875"/>
                </a:cubicBezTo>
                <a:cubicBezTo>
                  <a:pt x="6649379" y="3527616"/>
                  <a:pt x="6688322" y="3467826"/>
                  <a:pt x="6556246" y="3477875"/>
                </a:cubicBezTo>
                <a:cubicBezTo>
                  <a:pt x="6424170" y="3487924"/>
                  <a:pt x="6079641" y="3417108"/>
                  <a:pt x="5821494" y="3477875"/>
                </a:cubicBezTo>
                <a:cubicBezTo>
                  <a:pt x="5563347" y="3538642"/>
                  <a:pt x="5532287" y="3441472"/>
                  <a:pt x="5256300" y="3477875"/>
                </a:cubicBezTo>
                <a:cubicBezTo>
                  <a:pt x="4980313" y="3514278"/>
                  <a:pt x="5013693" y="3450081"/>
                  <a:pt x="4775886" y="3477875"/>
                </a:cubicBezTo>
                <a:cubicBezTo>
                  <a:pt x="4538079" y="3505669"/>
                  <a:pt x="4455402" y="3466416"/>
                  <a:pt x="4295471" y="3477875"/>
                </a:cubicBezTo>
                <a:cubicBezTo>
                  <a:pt x="4135541" y="3489334"/>
                  <a:pt x="3943725" y="3416931"/>
                  <a:pt x="3645499" y="3477875"/>
                </a:cubicBezTo>
                <a:cubicBezTo>
                  <a:pt x="3347273" y="3538819"/>
                  <a:pt x="3346113" y="3416792"/>
                  <a:pt x="3080305" y="3477875"/>
                </a:cubicBezTo>
                <a:cubicBezTo>
                  <a:pt x="2814497" y="3538958"/>
                  <a:pt x="2869079" y="3463770"/>
                  <a:pt x="2684670" y="3477875"/>
                </a:cubicBezTo>
                <a:cubicBezTo>
                  <a:pt x="2500261" y="3491980"/>
                  <a:pt x="2436178" y="3432256"/>
                  <a:pt x="2204255" y="3477875"/>
                </a:cubicBezTo>
                <a:cubicBezTo>
                  <a:pt x="1972332" y="3523494"/>
                  <a:pt x="1718022" y="3420196"/>
                  <a:pt x="1469503" y="3477875"/>
                </a:cubicBezTo>
                <a:cubicBezTo>
                  <a:pt x="1220984" y="3535554"/>
                  <a:pt x="1007581" y="3400817"/>
                  <a:pt x="819531" y="3477875"/>
                </a:cubicBezTo>
                <a:cubicBezTo>
                  <a:pt x="631481" y="3554933"/>
                  <a:pt x="371951" y="3449394"/>
                  <a:pt x="0" y="3477875"/>
                </a:cubicBezTo>
                <a:cubicBezTo>
                  <a:pt x="-57511" y="3257410"/>
                  <a:pt x="33688" y="3050907"/>
                  <a:pt x="0" y="2898229"/>
                </a:cubicBezTo>
                <a:cubicBezTo>
                  <a:pt x="-33688" y="2745551"/>
                  <a:pt x="366" y="2513085"/>
                  <a:pt x="0" y="2353362"/>
                </a:cubicBezTo>
                <a:cubicBezTo>
                  <a:pt x="-366" y="2193639"/>
                  <a:pt x="31383" y="2059499"/>
                  <a:pt x="0" y="1808495"/>
                </a:cubicBezTo>
                <a:cubicBezTo>
                  <a:pt x="-31383" y="1557491"/>
                  <a:pt x="25836" y="1422963"/>
                  <a:pt x="0" y="1263628"/>
                </a:cubicBezTo>
                <a:cubicBezTo>
                  <a:pt x="-25836" y="1104293"/>
                  <a:pt x="43906" y="851758"/>
                  <a:pt x="0" y="718761"/>
                </a:cubicBezTo>
                <a:cubicBezTo>
                  <a:pt x="-43906" y="585764"/>
                  <a:pt x="24517" y="19743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const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printButton.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addEventListener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("click",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list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itemList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items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list.children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for (const item of items)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console.log(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item.textContent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3BFBEE-D266-5EB5-91FA-9DEB2218EA05}"/>
              </a:ext>
            </a:extLst>
          </p:cNvPr>
          <p:cNvSpPr txBox="1"/>
          <p:nvPr/>
        </p:nvSpPr>
        <p:spPr>
          <a:xfrm>
            <a:off x="9575260" y="3317083"/>
            <a:ext cx="26162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2 - Tell the browser  “When this button is clicked, run this function:</a:t>
            </a:r>
            <a:endParaRPr lang="en-US" sz="20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FFBB1D-36B1-D88B-F97F-FF31032C5CAB}"/>
              </a:ext>
            </a:extLst>
          </p:cNvPr>
          <p:cNvCxnSpPr>
            <a:cxnSpLocks/>
          </p:cNvCxnSpPr>
          <p:nvPr/>
        </p:nvCxnSpPr>
        <p:spPr>
          <a:xfrm flipH="1" flipV="1">
            <a:off x="7654725" y="3463242"/>
            <a:ext cx="1679775" cy="5155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884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F1900-22A3-88CF-59B4-6012AB789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8F243E74-B107-970A-E9CD-3347590622FD}"/>
              </a:ext>
            </a:extLst>
          </p:cNvPr>
          <p:cNvSpPr txBox="1"/>
          <p:nvPr/>
        </p:nvSpPr>
        <p:spPr>
          <a:xfrm>
            <a:off x="25801" y="455632"/>
            <a:ext cx="70253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items lists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upon button click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Google Shape;166;p51">
            <a:extLst>
              <a:ext uri="{FF2B5EF4-FFF2-40B4-BE49-F238E27FC236}">
                <a16:creationId xmlns:a16="http://schemas.microsoft.com/office/drawing/2014/main" id="{0AE67D03-5B46-4245-9EE8-FCB5A2CC79E9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3CDCF2-AAAE-DEFF-7360-D7A0AEE3A608}"/>
              </a:ext>
            </a:extLst>
          </p:cNvPr>
          <p:cNvSpPr txBox="1"/>
          <p:nvPr/>
        </p:nvSpPr>
        <p:spPr>
          <a:xfrm>
            <a:off x="190275" y="2924493"/>
            <a:ext cx="8477904" cy="3477875"/>
          </a:xfrm>
          <a:custGeom>
            <a:avLst/>
            <a:gdLst>
              <a:gd name="connsiteX0" fmla="*/ 0 w 8477904"/>
              <a:gd name="connsiteY0" fmla="*/ 0 h 3477875"/>
              <a:gd name="connsiteX1" fmla="*/ 734752 w 8477904"/>
              <a:gd name="connsiteY1" fmla="*/ 0 h 3477875"/>
              <a:gd name="connsiteX2" fmla="*/ 1384724 w 8477904"/>
              <a:gd name="connsiteY2" fmla="*/ 0 h 3477875"/>
              <a:gd name="connsiteX3" fmla="*/ 2119476 w 8477904"/>
              <a:gd name="connsiteY3" fmla="*/ 0 h 3477875"/>
              <a:gd name="connsiteX4" fmla="*/ 2599891 w 8477904"/>
              <a:gd name="connsiteY4" fmla="*/ 0 h 3477875"/>
              <a:gd name="connsiteX5" fmla="*/ 3165084 w 8477904"/>
              <a:gd name="connsiteY5" fmla="*/ 0 h 3477875"/>
              <a:gd name="connsiteX6" fmla="*/ 3560720 w 8477904"/>
              <a:gd name="connsiteY6" fmla="*/ 0 h 3477875"/>
              <a:gd name="connsiteX7" fmla="*/ 4210692 w 8477904"/>
              <a:gd name="connsiteY7" fmla="*/ 0 h 3477875"/>
              <a:gd name="connsiteX8" fmla="*/ 4775886 w 8477904"/>
              <a:gd name="connsiteY8" fmla="*/ 0 h 3477875"/>
              <a:gd name="connsiteX9" fmla="*/ 5510638 w 8477904"/>
              <a:gd name="connsiteY9" fmla="*/ 0 h 3477875"/>
              <a:gd name="connsiteX10" fmla="*/ 6160610 w 8477904"/>
              <a:gd name="connsiteY10" fmla="*/ 0 h 3477875"/>
              <a:gd name="connsiteX11" fmla="*/ 6810583 w 8477904"/>
              <a:gd name="connsiteY11" fmla="*/ 0 h 3477875"/>
              <a:gd name="connsiteX12" fmla="*/ 7545335 w 8477904"/>
              <a:gd name="connsiteY12" fmla="*/ 0 h 3477875"/>
              <a:gd name="connsiteX13" fmla="*/ 7940970 w 8477904"/>
              <a:gd name="connsiteY13" fmla="*/ 0 h 3477875"/>
              <a:gd name="connsiteX14" fmla="*/ 8477904 w 8477904"/>
              <a:gd name="connsiteY14" fmla="*/ 0 h 3477875"/>
              <a:gd name="connsiteX15" fmla="*/ 8477904 w 8477904"/>
              <a:gd name="connsiteY15" fmla="*/ 614425 h 3477875"/>
              <a:gd name="connsiteX16" fmla="*/ 8477904 w 8477904"/>
              <a:gd name="connsiteY16" fmla="*/ 1263628 h 3477875"/>
              <a:gd name="connsiteX17" fmla="*/ 8477904 w 8477904"/>
              <a:gd name="connsiteY17" fmla="*/ 1773716 h 3477875"/>
              <a:gd name="connsiteX18" fmla="*/ 8477904 w 8477904"/>
              <a:gd name="connsiteY18" fmla="*/ 2283805 h 3477875"/>
              <a:gd name="connsiteX19" fmla="*/ 8477904 w 8477904"/>
              <a:gd name="connsiteY19" fmla="*/ 2898229 h 3477875"/>
              <a:gd name="connsiteX20" fmla="*/ 8477904 w 8477904"/>
              <a:gd name="connsiteY20" fmla="*/ 3477875 h 3477875"/>
              <a:gd name="connsiteX21" fmla="*/ 7743152 w 8477904"/>
              <a:gd name="connsiteY21" fmla="*/ 3477875 h 3477875"/>
              <a:gd name="connsiteX22" fmla="*/ 7432296 w 8477904"/>
              <a:gd name="connsiteY22" fmla="*/ 3477875 h 3477875"/>
              <a:gd name="connsiteX23" fmla="*/ 6867102 w 8477904"/>
              <a:gd name="connsiteY23" fmla="*/ 3477875 h 3477875"/>
              <a:gd name="connsiteX24" fmla="*/ 6556246 w 8477904"/>
              <a:gd name="connsiteY24" fmla="*/ 3477875 h 3477875"/>
              <a:gd name="connsiteX25" fmla="*/ 5821494 w 8477904"/>
              <a:gd name="connsiteY25" fmla="*/ 3477875 h 3477875"/>
              <a:gd name="connsiteX26" fmla="*/ 5256300 w 8477904"/>
              <a:gd name="connsiteY26" fmla="*/ 3477875 h 3477875"/>
              <a:gd name="connsiteX27" fmla="*/ 4775886 w 8477904"/>
              <a:gd name="connsiteY27" fmla="*/ 3477875 h 3477875"/>
              <a:gd name="connsiteX28" fmla="*/ 4295471 w 8477904"/>
              <a:gd name="connsiteY28" fmla="*/ 3477875 h 3477875"/>
              <a:gd name="connsiteX29" fmla="*/ 3645499 w 8477904"/>
              <a:gd name="connsiteY29" fmla="*/ 3477875 h 3477875"/>
              <a:gd name="connsiteX30" fmla="*/ 3080305 w 8477904"/>
              <a:gd name="connsiteY30" fmla="*/ 3477875 h 3477875"/>
              <a:gd name="connsiteX31" fmla="*/ 2684670 w 8477904"/>
              <a:gd name="connsiteY31" fmla="*/ 3477875 h 3477875"/>
              <a:gd name="connsiteX32" fmla="*/ 2204255 w 8477904"/>
              <a:gd name="connsiteY32" fmla="*/ 3477875 h 3477875"/>
              <a:gd name="connsiteX33" fmla="*/ 1469503 w 8477904"/>
              <a:gd name="connsiteY33" fmla="*/ 3477875 h 3477875"/>
              <a:gd name="connsiteX34" fmla="*/ 819531 w 8477904"/>
              <a:gd name="connsiteY34" fmla="*/ 3477875 h 3477875"/>
              <a:gd name="connsiteX35" fmla="*/ 0 w 8477904"/>
              <a:gd name="connsiteY35" fmla="*/ 3477875 h 3477875"/>
              <a:gd name="connsiteX36" fmla="*/ 0 w 8477904"/>
              <a:gd name="connsiteY36" fmla="*/ 2898229 h 3477875"/>
              <a:gd name="connsiteX37" fmla="*/ 0 w 8477904"/>
              <a:gd name="connsiteY37" fmla="*/ 2353362 h 3477875"/>
              <a:gd name="connsiteX38" fmla="*/ 0 w 8477904"/>
              <a:gd name="connsiteY38" fmla="*/ 1808495 h 3477875"/>
              <a:gd name="connsiteX39" fmla="*/ 0 w 8477904"/>
              <a:gd name="connsiteY39" fmla="*/ 1263628 h 3477875"/>
              <a:gd name="connsiteX40" fmla="*/ 0 w 8477904"/>
              <a:gd name="connsiteY40" fmla="*/ 718761 h 3477875"/>
              <a:gd name="connsiteX41" fmla="*/ 0 w 8477904"/>
              <a:gd name="connsiteY41" fmla="*/ 0 h 347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477904" h="3477875" extrusionOk="0">
                <a:moveTo>
                  <a:pt x="0" y="0"/>
                </a:moveTo>
                <a:cubicBezTo>
                  <a:pt x="203845" y="-18709"/>
                  <a:pt x="511906" y="36473"/>
                  <a:pt x="734752" y="0"/>
                </a:cubicBezTo>
                <a:cubicBezTo>
                  <a:pt x="957598" y="-36473"/>
                  <a:pt x="1189338" y="65028"/>
                  <a:pt x="1384724" y="0"/>
                </a:cubicBezTo>
                <a:cubicBezTo>
                  <a:pt x="1580110" y="-65028"/>
                  <a:pt x="1804970" y="31323"/>
                  <a:pt x="2119476" y="0"/>
                </a:cubicBezTo>
                <a:cubicBezTo>
                  <a:pt x="2433982" y="-31323"/>
                  <a:pt x="2425410" y="27723"/>
                  <a:pt x="2599891" y="0"/>
                </a:cubicBezTo>
                <a:cubicBezTo>
                  <a:pt x="2774373" y="-27723"/>
                  <a:pt x="2919275" y="65136"/>
                  <a:pt x="3165084" y="0"/>
                </a:cubicBezTo>
                <a:cubicBezTo>
                  <a:pt x="3410893" y="-65136"/>
                  <a:pt x="3472515" y="10920"/>
                  <a:pt x="3560720" y="0"/>
                </a:cubicBezTo>
                <a:cubicBezTo>
                  <a:pt x="3648925" y="-10920"/>
                  <a:pt x="3994238" y="63038"/>
                  <a:pt x="4210692" y="0"/>
                </a:cubicBezTo>
                <a:cubicBezTo>
                  <a:pt x="4427146" y="-63038"/>
                  <a:pt x="4573676" y="58427"/>
                  <a:pt x="4775886" y="0"/>
                </a:cubicBezTo>
                <a:cubicBezTo>
                  <a:pt x="4978096" y="-58427"/>
                  <a:pt x="5362730" y="19461"/>
                  <a:pt x="5510638" y="0"/>
                </a:cubicBezTo>
                <a:cubicBezTo>
                  <a:pt x="5658546" y="-19461"/>
                  <a:pt x="5977051" y="36732"/>
                  <a:pt x="6160610" y="0"/>
                </a:cubicBezTo>
                <a:cubicBezTo>
                  <a:pt x="6344169" y="-36732"/>
                  <a:pt x="6532345" y="775"/>
                  <a:pt x="6810583" y="0"/>
                </a:cubicBezTo>
                <a:cubicBezTo>
                  <a:pt x="7088821" y="-775"/>
                  <a:pt x="7384926" y="77933"/>
                  <a:pt x="7545335" y="0"/>
                </a:cubicBezTo>
                <a:cubicBezTo>
                  <a:pt x="7705744" y="-77933"/>
                  <a:pt x="7778008" y="18611"/>
                  <a:pt x="7940970" y="0"/>
                </a:cubicBezTo>
                <a:cubicBezTo>
                  <a:pt x="8103932" y="-18611"/>
                  <a:pt x="8305797" y="47871"/>
                  <a:pt x="8477904" y="0"/>
                </a:cubicBezTo>
                <a:cubicBezTo>
                  <a:pt x="8532799" y="170542"/>
                  <a:pt x="8471364" y="404378"/>
                  <a:pt x="8477904" y="614425"/>
                </a:cubicBezTo>
                <a:cubicBezTo>
                  <a:pt x="8484444" y="824473"/>
                  <a:pt x="8435042" y="954804"/>
                  <a:pt x="8477904" y="1263628"/>
                </a:cubicBezTo>
                <a:cubicBezTo>
                  <a:pt x="8520766" y="1572452"/>
                  <a:pt x="8455378" y="1650056"/>
                  <a:pt x="8477904" y="1773716"/>
                </a:cubicBezTo>
                <a:cubicBezTo>
                  <a:pt x="8500430" y="1897376"/>
                  <a:pt x="8447588" y="2169003"/>
                  <a:pt x="8477904" y="2283805"/>
                </a:cubicBezTo>
                <a:cubicBezTo>
                  <a:pt x="8508220" y="2398607"/>
                  <a:pt x="8467427" y="2598108"/>
                  <a:pt x="8477904" y="2898229"/>
                </a:cubicBezTo>
                <a:cubicBezTo>
                  <a:pt x="8488381" y="3198350"/>
                  <a:pt x="8476371" y="3230735"/>
                  <a:pt x="8477904" y="3477875"/>
                </a:cubicBezTo>
                <a:cubicBezTo>
                  <a:pt x="8239471" y="3513057"/>
                  <a:pt x="7922241" y="3405006"/>
                  <a:pt x="7743152" y="3477875"/>
                </a:cubicBezTo>
                <a:cubicBezTo>
                  <a:pt x="7564063" y="3550744"/>
                  <a:pt x="7587197" y="3477469"/>
                  <a:pt x="7432296" y="3477875"/>
                </a:cubicBezTo>
                <a:cubicBezTo>
                  <a:pt x="7277395" y="3478281"/>
                  <a:pt x="7084825" y="3428134"/>
                  <a:pt x="6867102" y="3477875"/>
                </a:cubicBezTo>
                <a:cubicBezTo>
                  <a:pt x="6649379" y="3527616"/>
                  <a:pt x="6688322" y="3467826"/>
                  <a:pt x="6556246" y="3477875"/>
                </a:cubicBezTo>
                <a:cubicBezTo>
                  <a:pt x="6424170" y="3487924"/>
                  <a:pt x="6079641" y="3417108"/>
                  <a:pt x="5821494" y="3477875"/>
                </a:cubicBezTo>
                <a:cubicBezTo>
                  <a:pt x="5563347" y="3538642"/>
                  <a:pt x="5532287" y="3441472"/>
                  <a:pt x="5256300" y="3477875"/>
                </a:cubicBezTo>
                <a:cubicBezTo>
                  <a:pt x="4980313" y="3514278"/>
                  <a:pt x="5013693" y="3450081"/>
                  <a:pt x="4775886" y="3477875"/>
                </a:cubicBezTo>
                <a:cubicBezTo>
                  <a:pt x="4538079" y="3505669"/>
                  <a:pt x="4455402" y="3466416"/>
                  <a:pt x="4295471" y="3477875"/>
                </a:cubicBezTo>
                <a:cubicBezTo>
                  <a:pt x="4135541" y="3489334"/>
                  <a:pt x="3943725" y="3416931"/>
                  <a:pt x="3645499" y="3477875"/>
                </a:cubicBezTo>
                <a:cubicBezTo>
                  <a:pt x="3347273" y="3538819"/>
                  <a:pt x="3346113" y="3416792"/>
                  <a:pt x="3080305" y="3477875"/>
                </a:cubicBezTo>
                <a:cubicBezTo>
                  <a:pt x="2814497" y="3538958"/>
                  <a:pt x="2869079" y="3463770"/>
                  <a:pt x="2684670" y="3477875"/>
                </a:cubicBezTo>
                <a:cubicBezTo>
                  <a:pt x="2500261" y="3491980"/>
                  <a:pt x="2436178" y="3432256"/>
                  <a:pt x="2204255" y="3477875"/>
                </a:cubicBezTo>
                <a:cubicBezTo>
                  <a:pt x="1972332" y="3523494"/>
                  <a:pt x="1718022" y="3420196"/>
                  <a:pt x="1469503" y="3477875"/>
                </a:cubicBezTo>
                <a:cubicBezTo>
                  <a:pt x="1220984" y="3535554"/>
                  <a:pt x="1007581" y="3400817"/>
                  <a:pt x="819531" y="3477875"/>
                </a:cubicBezTo>
                <a:cubicBezTo>
                  <a:pt x="631481" y="3554933"/>
                  <a:pt x="371951" y="3449394"/>
                  <a:pt x="0" y="3477875"/>
                </a:cubicBezTo>
                <a:cubicBezTo>
                  <a:pt x="-57511" y="3257410"/>
                  <a:pt x="33688" y="3050907"/>
                  <a:pt x="0" y="2898229"/>
                </a:cubicBezTo>
                <a:cubicBezTo>
                  <a:pt x="-33688" y="2745551"/>
                  <a:pt x="366" y="2513085"/>
                  <a:pt x="0" y="2353362"/>
                </a:cubicBezTo>
                <a:cubicBezTo>
                  <a:pt x="-366" y="2193639"/>
                  <a:pt x="31383" y="2059499"/>
                  <a:pt x="0" y="1808495"/>
                </a:cubicBezTo>
                <a:cubicBezTo>
                  <a:pt x="-31383" y="1557491"/>
                  <a:pt x="25836" y="1422963"/>
                  <a:pt x="0" y="1263628"/>
                </a:cubicBezTo>
                <a:cubicBezTo>
                  <a:pt x="-25836" y="1104293"/>
                  <a:pt x="43906" y="851758"/>
                  <a:pt x="0" y="718761"/>
                </a:cubicBezTo>
                <a:cubicBezTo>
                  <a:pt x="-43906" y="585764"/>
                  <a:pt x="24517" y="19743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const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printButton.addEventListener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("click",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list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itemList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items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list.children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for (const item of items)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console.log(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item.textContent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00A422-6EE2-3B7F-1537-77373F8EAC19}"/>
              </a:ext>
            </a:extLst>
          </p:cNvPr>
          <p:cNvSpPr txBox="1"/>
          <p:nvPr/>
        </p:nvSpPr>
        <p:spPr>
          <a:xfrm>
            <a:off x="9194109" y="4509541"/>
            <a:ext cx="26162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3 - </a:t>
            </a:r>
            <a:r>
              <a:rPr lang="en-US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onPrintItems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runs only when the </a:t>
            </a: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</a:t>
            </a:r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happens</a:t>
            </a:r>
            <a:endParaRPr lang="en-US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506400-6F4F-294C-135C-86E252E586D9}"/>
              </a:ext>
            </a:extLst>
          </p:cNvPr>
          <p:cNvCxnSpPr>
            <a:cxnSpLocks/>
          </p:cNvCxnSpPr>
          <p:nvPr/>
        </p:nvCxnSpPr>
        <p:spPr>
          <a:xfrm flipH="1" flipV="1">
            <a:off x="3970023" y="3945181"/>
            <a:ext cx="5116258" cy="10721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96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AFC2B-D306-8E3B-8FE4-FC57EE21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133BD65F-4B43-186F-1225-35C7A3DE3DD7}"/>
              </a:ext>
            </a:extLst>
          </p:cNvPr>
          <p:cNvSpPr txBox="1"/>
          <p:nvPr/>
        </p:nvSpPr>
        <p:spPr>
          <a:xfrm>
            <a:off x="25801" y="455632"/>
            <a:ext cx="70253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items lists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upon button click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Google Shape;166;p51">
            <a:extLst>
              <a:ext uri="{FF2B5EF4-FFF2-40B4-BE49-F238E27FC236}">
                <a16:creationId xmlns:a16="http://schemas.microsoft.com/office/drawing/2014/main" id="{57F15CDE-29AA-F653-4185-0ED7DC875ACA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47ED0E-EC86-3D05-3F17-2C0B860F5C92}"/>
              </a:ext>
            </a:extLst>
          </p:cNvPr>
          <p:cNvSpPr txBox="1"/>
          <p:nvPr/>
        </p:nvSpPr>
        <p:spPr>
          <a:xfrm>
            <a:off x="190275" y="2924493"/>
            <a:ext cx="8477904" cy="3477875"/>
          </a:xfrm>
          <a:custGeom>
            <a:avLst/>
            <a:gdLst>
              <a:gd name="connsiteX0" fmla="*/ 0 w 8477904"/>
              <a:gd name="connsiteY0" fmla="*/ 0 h 3477875"/>
              <a:gd name="connsiteX1" fmla="*/ 734752 w 8477904"/>
              <a:gd name="connsiteY1" fmla="*/ 0 h 3477875"/>
              <a:gd name="connsiteX2" fmla="*/ 1384724 w 8477904"/>
              <a:gd name="connsiteY2" fmla="*/ 0 h 3477875"/>
              <a:gd name="connsiteX3" fmla="*/ 2119476 w 8477904"/>
              <a:gd name="connsiteY3" fmla="*/ 0 h 3477875"/>
              <a:gd name="connsiteX4" fmla="*/ 2599891 w 8477904"/>
              <a:gd name="connsiteY4" fmla="*/ 0 h 3477875"/>
              <a:gd name="connsiteX5" fmla="*/ 3165084 w 8477904"/>
              <a:gd name="connsiteY5" fmla="*/ 0 h 3477875"/>
              <a:gd name="connsiteX6" fmla="*/ 3560720 w 8477904"/>
              <a:gd name="connsiteY6" fmla="*/ 0 h 3477875"/>
              <a:gd name="connsiteX7" fmla="*/ 4210692 w 8477904"/>
              <a:gd name="connsiteY7" fmla="*/ 0 h 3477875"/>
              <a:gd name="connsiteX8" fmla="*/ 4775886 w 8477904"/>
              <a:gd name="connsiteY8" fmla="*/ 0 h 3477875"/>
              <a:gd name="connsiteX9" fmla="*/ 5510638 w 8477904"/>
              <a:gd name="connsiteY9" fmla="*/ 0 h 3477875"/>
              <a:gd name="connsiteX10" fmla="*/ 6160610 w 8477904"/>
              <a:gd name="connsiteY10" fmla="*/ 0 h 3477875"/>
              <a:gd name="connsiteX11" fmla="*/ 6810583 w 8477904"/>
              <a:gd name="connsiteY11" fmla="*/ 0 h 3477875"/>
              <a:gd name="connsiteX12" fmla="*/ 7545335 w 8477904"/>
              <a:gd name="connsiteY12" fmla="*/ 0 h 3477875"/>
              <a:gd name="connsiteX13" fmla="*/ 7940970 w 8477904"/>
              <a:gd name="connsiteY13" fmla="*/ 0 h 3477875"/>
              <a:gd name="connsiteX14" fmla="*/ 8477904 w 8477904"/>
              <a:gd name="connsiteY14" fmla="*/ 0 h 3477875"/>
              <a:gd name="connsiteX15" fmla="*/ 8477904 w 8477904"/>
              <a:gd name="connsiteY15" fmla="*/ 614425 h 3477875"/>
              <a:gd name="connsiteX16" fmla="*/ 8477904 w 8477904"/>
              <a:gd name="connsiteY16" fmla="*/ 1263628 h 3477875"/>
              <a:gd name="connsiteX17" fmla="*/ 8477904 w 8477904"/>
              <a:gd name="connsiteY17" fmla="*/ 1773716 h 3477875"/>
              <a:gd name="connsiteX18" fmla="*/ 8477904 w 8477904"/>
              <a:gd name="connsiteY18" fmla="*/ 2283805 h 3477875"/>
              <a:gd name="connsiteX19" fmla="*/ 8477904 w 8477904"/>
              <a:gd name="connsiteY19" fmla="*/ 2898229 h 3477875"/>
              <a:gd name="connsiteX20" fmla="*/ 8477904 w 8477904"/>
              <a:gd name="connsiteY20" fmla="*/ 3477875 h 3477875"/>
              <a:gd name="connsiteX21" fmla="*/ 7743152 w 8477904"/>
              <a:gd name="connsiteY21" fmla="*/ 3477875 h 3477875"/>
              <a:gd name="connsiteX22" fmla="*/ 7432296 w 8477904"/>
              <a:gd name="connsiteY22" fmla="*/ 3477875 h 3477875"/>
              <a:gd name="connsiteX23" fmla="*/ 6867102 w 8477904"/>
              <a:gd name="connsiteY23" fmla="*/ 3477875 h 3477875"/>
              <a:gd name="connsiteX24" fmla="*/ 6556246 w 8477904"/>
              <a:gd name="connsiteY24" fmla="*/ 3477875 h 3477875"/>
              <a:gd name="connsiteX25" fmla="*/ 5821494 w 8477904"/>
              <a:gd name="connsiteY25" fmla="*/ 3477875 h 3477875"/>
              <a:gd name="connsiteX26" fmla="*/ 5256300 w 8477904"/>
              <a:gd name="connsiteY26" fmla="*/ 3477875 h 3477875"/>
              <a:gd name="connsiteX27" fmla="*/ 4775886 w 8477904"/>
              <a:gd name="connsiteY27" fmla="*/ 3477875 h 3477875"/>
              <a:gd name="connsiteX28" fmla="*/ 4295471 w 8477904"/>
              <a:gd name="connsiteY28" fmla="*/ 3477875 h 3477875"/>
              <a:gd name="connsiteX29" fmla="*/ 3645499 w 8477904"/>
              <a:gd name="connsiteY29" fmla="*/ 3477875 h 3477875"/>
              <a:gd name="connsiteX30" fmla="*/ 3080305 w 8477904"/>
              <a:gd name="connsiteY30" fmla="*/ 3477875 h 3477875"/>
              <a:gd name="connsiteX31" fmla="*/ 2684670 w 8477904"/>
              <a:gd name="connsiteY31" fmla="*/ 3477875 h 3477875"/>
              <a:gd name="connsiteX32" fmla="*/ 2204255 w 8477904"/>
              <a:gd name="connsiteY32" fmla="*/ 3477875 h 3477875"/>
              <a:gd name="connsiteX33" fmla="*/ 1469503 w 8477904"/>
              <a:gd name="connsiteY33" fmla="*/ 3477875 h 3477875"/>
              <a:gd name="connsiteX34" fmla="*/ 819531 w 8477904"/>
              <a:gd name="connsiteY34" fmla="*/ 3477875 h 3477875"/>
              <a:gd name="connsiteX35" fmla="*/ 0 w 8477904"/>
              <a:gd name="connsiteY35" fmla="*/ 3477875 h 3477875"/>
              <a:gd name="connsiteX36" fmla="*/ 0 w 8477904"/>
              <a:gd name="connsiteY36" fmla="*/ 2898229 h 3477875"/>
              <a:gd name="connsiteX37" fmla="*/ 0 w 8477904"/>
              <a:gd name="connsiteY37" fmla="*/ 2353362 h 3477875"/>
              <a:gd name="connsiteX38" fmla="*/ 0 w 8477904"/>
              <a:gd name="connsiteY38" fmla="*/ 1808495 h 3477875"/>
              <a:gd name="connsiteX39" fmla="*/ 0 w 8477904"/>
              <a:gd name="connsiteY39" fmla="*/ 1263628 h 3477875"/>
              <a:gd name="connsiteX40" fmla="*/ 0 w 8477904"/>
              <a:gd name="connsiteY40" fmla="*/ 718761 h 3477875"/>
              <a:gd name="connsiteX41" fmla="*/ 0 w 8477904"/>
              <a:gd name="connsiteY41" fmla="*/ 0 h 347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477904" h="3477875" extrusionOk="0">
                <a:moveTo>
                  <a:pt x="0" y="0"/>
                </a:moveTo>
                <a:cubicBezTo>
                  <a:pt x="203845" y="-18709"/>
                  <a:pt x="511906" y="36473"/>
                  <a:pt x="734752" y="0"/>
                </a:cubicBezTo>
                <a:cubicBezTo>
                  <a:pt x="957598" y="-36473"/>
                  <a:pt x="1189338" y="65028"/>
                  <a:pt x="1384724" y="0"/>
                </a:cubicBezTo>
                <a:cubicBezTo>
                  <a:pt x="1580110" y="-65028"/>
                  <a:pt x="1804970" y="31323"/>
                  <a:pt x="2119476" y="0"/>
                </a:cubicBezTo>
                <a:cubicBezTo>
                  <a:pt x="2433982" y="-31323"/>
                  <a:pt x="2425410" y="27723"/>
                  <a:pt x="2599891" y="0"/>
                </a:cubicBezTo>
                <a:cubicBezTo>
                  <a:pt x="2774373" y="-27723"/>
                  <a:pt x="2919275" y="65136"/>
                  <a:pt x="3165084" y="0"/>
                </a:cubicBezTo>
                <a:cubicBezTo>
                  <a:pt x="3410893" y="-65136"/>
                  <a:pt x="3472515" y="10920"/>
                  <a:pt x="3560720" y="0"/>
                </a:cubicBezTo>
                <a:cubicBezTo>
                  <a:pt x="3648925" y="-10920"/>
                  <a:pt x="3994238" y="63038"/>
                  <a:pt x="4210692" y="0"/>
                </a:cubicBezTo>
                <a:cubicBezTo>
                  <a:pt x="4427146" y="-63038"/>
                  <a:pt x="4573676" y="58427"/>
                  <a:pt x="4775886" y="0"/>
                </a:cubicBezTo>
                <a:cubicBezTo>
                  <a:pt x="4978096" y="-58427"/>
                  <a:pt x="5362730" y="19461"/>
                  <a:pt x="5510638" y="0"/>
                </a:cubicBezTo>
                <a:cubicBezTo>
                  <a:pt x="5658546" y="-19461"/>
                  <a:pt x="5977051" y="36732"/>
                  <a:pt x="6160610" y="0"/>
                </a:cubicBezTo>
                <a:cubicBezTo>
                  <a:pt x="6344169" y="-36732"/>
                  <a:pt x="6532345" y="775"/>
                  <a:pt x="6810583" y="0"/>
                </a:cubicBezTo>
                <a:cubicBezTo>
                  <a:pt x="7088821" y="-775"/>
                  <a:pt x="7384926" y="77933"/>
                  <a:pt x="7545335" y="0"/>
                </a:cubicBezTo>
                <a:cubicBezTo>
                  <a:pt x="7705744" y="-77933"/>
                  <a:pt x="7778008" y="18611"/>
                  <a:pt x="7940970" y="0"/>
                </a:cubicBezTo>
                <a:cubicBezTo>
                  <a:pt x="8103932" y="-18611"/>
                  <a:pt x="8305797" y="47871"/>
                  <a:pt x="8477904" y="0"/>
                </a:cubicBezTo>
                <a:cubicBezTo>
                  <a:pt x="8532799" y="170542"/>
                  <a:pt x="8471364" y="404378"/>
                  <a:pt x="8477904" y="614425"/>
                </a:cubicBezTo>
                <a:cubicBezTo>
                  <a:pt x="8484444" y="824473"/>
                  <a:pt x="8435042" y="954804"/>
                  <a:pt x="8477904" y="1263628"/>
                </a:cubicBezTo>
                <a:cubicBezTo>
                  <a:pt x="8520766" y="1572452"/>
                  <a:pt x="8455378" y="1650056"/>
                  <a:pt x="8477904" y="1773716"/>
                </a:cubicBezTo>
                <a:cubicBezTo>
                  <a:pt x="8500430" y="1897376"/>
                  <a:pt x="8447588" y="2169003"/>
                  <a:pt x="8477904" y="2283805"/>
                </a:cubicBezTo>
                <a:cubicBezTo>
                  <a:pt x="8508220" y="2398607"/>
                  <a:pt x="8467427" y="2598108"/>
                  <a:pt x="8477904" y="2898229"/>
                </a:cubicBezTo>
                <a:cubicBezTo>
                  <a:pt x="8488381" y="3198350"/>
                  <a:pt x="8476371" y="3230735"/>
                  <a:pt x="8477904" y="3477875"/>
                </a:cubicBezTo>
                <a:cubicBezTo>
                  <a:pt x="8239471" y="3513057"/>
                  <a:pt x="7922241" y="3405006"/>
                  <a:pt x="7743152" y="3477875"/>
                </a:cubicBezTo>
                <a:cubicBezTo>
                  <a:pt x="7564063" y="3550744"/>
                  <a:pt x="7587197" y="3477469"/>
                  <a:pt x="7432296" y="3477875"/>
                </a:cubicBezTo>
                <a:cubicBezTo>
                  <a:pt x="7277395" y="3478281"/>
                  <a:pt x="7084825" y="3428134"/>
                  <a:pt x="6867102" y="3477875"/>
                </a:cubicBezTo>
                <a:cubicBezTo>
                  <a:pt x="6649379" y="3527616"/>
                  <a:pt x="6688322" y="3467826"/>
                  <a:pt x="6556246" y="3477875"/>
                </a:cubicBezTo>
                <a:cubicBezTo>
                  <a:pt x="6424170" y="3487924"/>
                  <a:pt x="6079641" y="3417108"/>
                  <a:pt x="5821494" y="3477875"/>
                </a:cubicBezTo>
                <a:cubicBezTo>
                  <a:pt x="5563347" y="3538642"/>
                  <a:pt x="5532287" y="3441472"/>
                  <a:pt x="5256300" y="3477875"/>
                </a:cubicBezTo>
                <a:cubicBezTo>
                  <a:pt x="4980313" y="3514278"/>
                  <a:pt x="5013693" y="3450081"/>
                  <a:pt x="4775886" y="3477875"/>
                </a:cubicBezTo>
                <a:cubicBezTo>
                  <a:pt x="4538079" y="3505669"/>
                  <a:pt x="4455402" y="3466416"/>
                  <a:pt x="4295471" y="3477875"/>
                </a:cubicBezTo>
                <a:cubicBezTo>
                  <a:pt x="4135541" y="3489334"/>
                  <a:pt x="3943725" y="3416931"/>
                  <a:pt x="3645499" y="3477875"/>
                </a:cubicBezTo>
                <a:cubicBezTo>
                  <a:pt x="3347273" y="3538819"/>
                  <a:pt x="3346113" y="3416792"/>
                  <a:pt x="3080305" y="3477875"/>
                </a:cubicBezTo>
                <a:cubicBezTo>
                  <a:pt x="2814497" y="3538958"/>
                  <a:pt x="2869079" y="3463770"/>
                  <a:pt x="2684670" y="3477875"/>
                </a:cubicBezTo>
                <a:cubicBezTo>
                  <a:pt x="2500261" y="3491980"/>
                  <a:pt x="2436178" y="3432256"/>
                  <a:pt x="2204255" y="3477875"/>
                </a:cubicBezTo>
                <a:cubicBezTo>
                  <a:pt x="1972332" y="3523494"/>
                  <a:pt x="1718022" y="3420196"/>
                  <a:pt x="1469503" y="3477875"/>
                </a:cubicBezTo>
                <a:cubicBezTo>
                  <a:pt x="1220984" y="3535554"/>
                  <a:pt x="1007581" y="3400817"/>
                  <a:pt x="819531" y="3477875"/>
                </a:cubicBezTo>
                <a:cubicBezTo>
                  <a:pt x="631481" y="3554933"/>
                  <a:pt x="371951" y="3449394"/>
                  <a:pt x="0" y="3477875"/>
                </a:cubicBezTo>
                <a:cubicBezTo>
                  <a:pt x="-57511" y="3257410"/>
                  <a:pt x="33688" y="3050907"/>
                  <a:pt x="0" y="2898229"/>
                </a:cubicBezTo>
                <a:cubicBezTo>
                  <a:pt x="-33688" y="2745551"/>
                  <a:pt x="366" y="2513085"/>
                  <a:pt x="0" y="2353362"/>
                </a:cubicBezTo>
                <a:cubicBezTo>
                  <a:pt x="-366" y="2193639"/>
                  <a:pt x="31383" y="2059499"/>
                  <a:pt x="0" y="1808495"/>
                </a:cubicBezTo>
                <a:cubicBezTo>
                  <a:pt x="-31383" y="1557491"/>
                  <a:pt x="25836" y="1422963"/>
                  <a:pt x="0" y="1263628"/>
                </a:cubicBezTo>
                <a:cubicBezTo>
                  <a:pt x="-25836" y="1104293"/>
                  <a:pt x="43906" y="851758"/>
                  <a:pt x="0" y="718761"/>
                </a:cubicBezTo>
                <a:cubicBezTo>
                  <a:pt x="-43906" y="585764"/>
                  <a:pt x="24517" y="19743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const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printButton.addEventListener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("click",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list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itemList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items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list.children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for (const item of items)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console.log(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item.textContent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462481-BF77-7A13-0BCE-77B716836DBA}"/>
              </a:ext>
            </a:extLst>
          </p:cNvPr>
          <p:cNvSpPr txBox="1"/>
          <p:nvPr/>
        </p:nvSpPr>
        <p:spPr>
          <a:xfrm>
            <a:off x="9194109" y="4509541"/>
            <a:ext cx="26162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4 - We access the &lt;ul&gt; element containing the items.</a:t>
            </a:r>
            <a:endParaRPr lang="en-US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661DC18-ADB5-7557-D3F8-0E1BE347C3C8}"/>
              </a:ext>
            </a:extLst>
          </p:cNvPr>
          <p:cNvCxnSpPr>
            <a:cxnSpLocks/>
          </p:cNvCxnSpPr>
          <p:nvPr/>
        </p:nvCxnSpPr>
        <p:spPr>
          <a:xfrm flipH="1" flipV="1">
            <a:off x="7200401" y="4509541"/>
            <a:ext cx="1885880" cy="5078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142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830F9-7116-DC21-6F01-117E6654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B8281898-7EED-7608-A680-CA264488E7CE}"/>
              </a:ext>
            </a:extLst>
          </p:cNvPr>
          <p:cNvSpPr txBox="1"/>
          <p:nvPr/>
        </p:nvSpPr>
        <p:spPr>
          <a:xfrm>
            <a:off x="25801" y="455632"/>
            <a:ext cx="70253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items lists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upon button click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Google Shape;166;p51">
            <a:extLst>
              <a:ext uri="{FF2B5EF4-FFF2-40B4-BE49-F238E27FC236}">
                <a16:creationId xmlns:a16="http://schemas.microsoft.com/office/drawing/2014/main" id="{57C460E0-DD00-F107-8B62-B440446F9ECE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3796BE-8724-DB8D-F0DA-B67EAADC8FCB}"/>
              </a:ext>
            </a:extLst>
          </p:cNvPr>
          <p:cNvSpPr txBox="1"/>
          <p:nvPr/>
        </p:nvSpPr>
        <p:spPr>
          <a:xfrm>
            <a:off x="190275" y="2924493"/>
            <a:ext cx="8477904" cy="3477875"/>
          </a:xfrm>
          <a:custGeom>
            <a:avLst/>
            <a:gdLst>
              <a:gd name="connsiteX0" fmla="*/ 0 w 8477904"/>
              <a:gd name="connsiteY0" fmla="*/ 0 h 3477875"/>
              <a:gd name="connsiteX1" fmla="*/ 734752 w 8477904"/>
              <a:gd name="connsiteY1" fmla="*/ 0 h 3477875"/>
              <a:gd name="connsiteX2" fmla="*/ 1384724 w 8477904"/>
              <a:gd name="connsiteY2" fmla="*/ 0 h 3477875"/>
              <a:gd name="connsiteX3" fmla="*/ 2119476 w 8477904"/>
              <a:gd name="connsiteY3" fmla="*/ 0 h 3477875"/>
              <a:gd name="connsiteX4" fmla="*/ 2599891 w 8477904"/>
              <a:gd name="connsiteY4" fmla="*/ 0 h 3477875"/>
              <a:gd name="connsiteX5" fmla="*/ 3165084 w 8477904"/>
              <a:gd name="connsiteY5" fmla="*/ 0 h 3477875"/>
              <a:gd name="connsiteX6" fmla="*/ 3560720 w 8477904"/>
              <a:gd name="connsiteY6" fmla="*/ 0 h 3477875"/>
              <a:gd name="connsiteX7" fmla="*/ 4210692 w 8477904"/>
              <a:gd name="connsiteY7" fmla="*/ 0 h 3477875"/>
              <a:gd name="connsiteX8" fmla="*/ 4775886 w 8477904"/>
              <a:gd name="connsiteY8" fmla="*/ 0 h 3477875"/>
              <a:gd name="connsiteX9" fmla="*/ 5510638 w 8477904"/>
              <a:gd name="connsiteY9" fmla="*/ 0 h 3477875"/>
              <a:gd name="connsiteX10" fmla="*/ 6160610 w 8477904"/>
              <a:gd name="connsiteY10" fmla="*/ 0 h 3477875"/>
              <a:gd name="connsiteX11" fmla="*/ 6810583 w 8477904"/>
              <a:gd name="connsiteY11" fmla="*/ 0 h 3477875"/>
              <a:gd name="connsiteX12" fmla="*/ 7545335 w 8477904"/>
              <a:gd name="connsiteY12" fmla="*/ 0 h 3477875"/>
              <a:gd name="connsiteX13" fmla="*/ 7940970 w 8477904"/>
              <a:gd name="connsiteY13" fmla="*/ 0 h 3477875"/>
              <a:gd name="connsiteX14" fmla="*/ 8477904 w 8477904"/>
              <a:gd name="connsiteY14" fmla="*/ 0 h 3477875"/>
              <a:gd name="connsiteX15" fmla="*/ 8477904 w 8477904"/>
              <a:gd name="connsiteY15" fmla="*/ 614425 h 3477875"/>
              <a:gd name="connsiteX16" fmla="*/ 8477904 w 8477904"/>
              <a:gd name="connsiteY16" fmla="*/ 1263628 h 3477875"/>
              <a:gd name="connsiteX17" fmla="*/ 8477904 w 8477904"/>
              <a:gd name="connsiteY17" fmla="*/ 1773716 h 3477875"/>
              <a:gd name="connsiteX18" fmla="*/ 8477904 w 8477904"/>
              <a:gd name="connsiteY18" fmla="*/ 2283805 h 3477875"/>
              <a:gd name="connsiteX19" fmla="*/ 8477904 w 8477904"/>
              <a:gd name="connsiteY19" fmla="*/ 2898229 h 3477875"/>
              <a:gd name="connsiteX20" fmla="*/ 8477904 w 8477904"/>
              <a:gd name="connsiteY20" fmla="*/ 3477875 h 3477875"/>
              <a:gd name="connsiteX21" fmla="*/ 7743152 w 8477904"/>
              <a:gd name="connsiteY21" fmla="*/ 3477875 h 3477875"/>
              <a:gd name="connsiteX22" fmla="*/ 7432296 w 8477904"/>
              <a:gd name="connsiteY22" fmla="*/ 3477875 h 3477875"/>
              <a:gd name="connsiteX23" fmla="*/ 6867102 w 8477904"/>
              <a:gd name="connsiteY23" fmla="*/ 3477875 h 3477875"/>
              <a:gd name="connsiteX24" fmla="*/ 6556246 w 8477904"/>
              <a:gd name="connsiteY24" fmla="*/ 3477875 h 3477875"/>
              <a:gd name="connsiteX25" fmla="*/ 5821494 w 8477904"/>
              <a:gd name="connsiteY25" fmla="*/ 3477875 h 3477875"/>
              <a:gd name="connsiteX26" fmla="*/ 5256300 w 8477904"/>
              <a:gd name="connsiteY26" fmla="*/ 3477875 h 3477875"/>
              <a:gd name="connsiteX27" fmla="*/ 4775886 w 8477904"/>
              <a:gd name="connsiteY27" fmla="*/ 3477875 h 3477875"/>
              <a:gd name="connsiteX28" fmla="*/ 4295471 w 8477904"/>
              <a:gd name="connsiteY28" fmla="*/ 3477875 h 3477875"/>
              <a:gd name="connsiteX29" fmla="*/ 3645499 w 8477904"/>
              <a:gd name="connsiteY29" fmla="*/ 3477875 h 3477875"/>
              <a:gd name="connsiteX30" fmla="*/ 3080305 w 8477904"/>
              <a:gd name="connsiteY30" fmla="*/ 3477875 h 3477875"/>
              <a:gd name="connsiteX31" fmla="*/ 2684670 w 8477904"/>
              <a:gd name="connsiteY31" fmla="*/ 3477875 h 3477875"/>
              <a:gd name="connsiteX32" fmla="*/ 2204255 w 8477904"/>
              <a:gd name="connsiteY32" fmla="*/ 3477875 h 3477875"/>
              <a:gd name="connsiteX33" fmla="*/ 1469503 w 8477904"/>
              <a:gd name="connsiteY33" fmla="*/ 3477875 h 3477875"/>
              <a:gd name="connsiteX34" fmla="*/ 819531 w 8477904"/>
              <a:gd name="connsiteY34" fmla="*/ 3477875 h 3477875"/>
              <a:gd name="connsiteX35" fmla="*/ 0 w 8477904"/>
              <a:gd name="connsiteY35" fmla="*/ 3477875 h 3477875"/>
              <a:gd name="connsiteX36" fmla="*/ 0 w 8477904"/>
              <a:gd name="connsiteY36" fmla="*/ 2898229 h 3477875"/>
              <a:gd name="connsiteX37" fmla="*/ 0 w 8477904"/>
              <a:gd name="connsiteY37" fmla="*/ 2353362 h 3477875"/>
              <a:gd name="connsiteX38" fmla="*/ 0 w 8477904"/>
              <a:gd name="connsiteY38" fmla="*/ 1808495 h 3477875"/>
              <a:gd name="connsiteX39" fmla="*/ 0 w 8477904"/>
              <a:gd name="connsiteY39" fmla="*/ 1263628 h 3477875"/>
              <a:gd name="connsiteX40" fmla="*/ 0 w 8477904"/>
              <a:gd name="connsiteY40" fmla="*/ 718761 h 3477875"/>
              <a:gd name="connsiteX41" fmla="*/ 0 w 8477904"/>
              <a:gd name="connsiteY41" fmla="*/ 0 h 347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477904" h="3477875" extrusionOk="0">
                <a:moveTo>
                  <a:pt x="0" y="0"/>
                </a:moveTo>
                <a:cubicBezTo>
                  <a:pt x="203845" y="-18709"/>
                  <a:pt x="511906" y="36473"/>
                  <a:pt x="734752" y="0"/>
                </a:cubicBezTo>
                <a:cubicBezTo>
                  <a:pt x="957598" y="-36473"/>
                  <a:pt x="1189338" y="65028"/>
                  <a:pt x="1384724" y="0"/>
                </a:cubicBezTo>
                <a:cubicBezTo>
                  <a:pt x="1580110" y="-65028"/>
                  <a:pt x="1804970" y="31323"/>
                  <a:pt x="2119476" y="0"/>
                </a:cubicBezTo>
                <a:cubicBezTo>
                  <a:pt x="2433982" y="-31323"/>
                  <a:pt x="2425410" y="27723"/>
                  <a:pt x="2599891" y="0"/>
                </a:cubicBezTo>
                <a:cubicBezTo>
                  <a:pt x="2774373" y="-27723"/>
                  <a:pt x="2919275" y="65136"/>
                  <a:pt x="3165084" y="0"/>
                </a:cubicBezTo>
                <a:cubicBezTo>
                  <a:pt x="3410893" y="-65136"/>
                  <a:pt x="3472515" y="10920"/>
                  <a:pt x="3560720" y="0"/>
                </a:cubicBezTo>
                <a:cubicBezTo>
                  <a:pt x="3648925" y="-10920"/>
                  <a:pt x="3994238" y="63038"/>
                  <a:pt x="4210692" y="0"/>
                </a:cubicBezTo>
                <a:cubicBezTo>
                  <a:pt x="4427146" y="-63038"/>
                  <a:pt x="4573676" y="58427"/>
                  <a:pt x="4775886" y="0"/>
                </a:cubicBezTo>
                <a:cubicBezTo>
                  <a:pt x="4978096" y="-58427"/>
                  <a:pt x="5362730" y="19461"/>
                  <a:pt x="5510638" y="0"/>
                </a:cubicBezTo>
                <a:cubicBezTo>
                  <a:pt x="5658546" y="-19461"/>
                  <a:pt x="5977051" y="36732"/>
                  <a:pt x="6160610" y="0"/>
                </a:cubicBezTo>
                <a:cubicBezTo>
                  <a:pt x="6344169" y="-36732"/>
                  <a:pt x="6532345" y="775"/>
                  <a:pt x="6810583" y="0"/>
                </a:cubicBezTo>
                <a:cubicBezTo>
                  <a:pt x="7088821" y="-775"/>
                  <a:pt x="7384926" y="77933"/>
                  <a:pt x="7545335" y="0"/>
                </a:cubicBezTo>
                <a:cubicBezTo>
                  <a:pt x="7705744" y="-77933"/>
                  <a:pt x="7778008" y="18611"/>
                  <a:pt x="7940970" y="0"/>
                </a:cubicBezTo>
                <a:cubicBezTo>
                  <a:pt x="8103932" y="-18611"/>
                  <a:pt x="8305797" y="47871"/>
                  <a:pt x="8477904" y="0"/>
                </a:cubicBezTo>
                <a:cubicBezTo>
                  <a:pt x="8532799" y="170542"/>
                  <a:pt x="8471364" y="404378"/>
                  <a:pt x="8477904" y="614425"/>
                </a:cubicBezTo>
                <a:cubicBezTo>
                  <a:pt x="8484444" y="824473"/>
                  <a:pt x="8435042" y="954804"/>
                  <a:pt x="8477904" y="1263628"/>
                </a:cubicBezTo>
                <a:cubicBezTo>
                  <a:pt x="8520766" y="1572452"/>
                  <a:pt x="8455378" y="1650056"/>
                  <a:pt x="8477904" y="1773716"/>
                </a:cubicBezTo>
                <a:cubicBezTo>
                  <a:pt x="8500430" y="1897376"/>
                  <a:pt x="8447588" y="2169003"/>
                  <a:pt x="8477904" y="2283805"/>
                </a:cubicBezTo>
                <a:cubicBezTo>
                  <a:pt x="8508220" y="2398607"/>
                  <a:pt x="8467427" y="2598108"/>
                  <a:pt x="8477904" y="2898229"/>
                </a:cubicBezTo>
                <a:cubicBezTo>
                  <a:pt x="8488381" y="3198350"/>
                  <a:pt x="8476371" y="3230735"/>
                  <a:pt x="8477904" y="3477875"/>
                </a:cubicBezTo>
                <a:cubicBezTo>
                  <a:pt x="8239471" y="3513057"/>
                  <a:pt x="7922241" y="3405006"/>
                  <a:pt x="7743152" y="3477875"/>
                </a:cubicBezTo>
                <a:cubicBezTo>
                  <a:pt x="7564063" y="3550744"/>
                  <a:pt x="7587197" y="3477469"/>
                  <a:pt x="7432296" y="3477875"/>
                </a:cubicBezTo>
                <a:cubicBezTo>
                  <a:pt x="7277395" y="3478281"/>
                  <a:pt x="7084825" y="3428134"/>
                  <a:pt x="6867102" y="3477875"/>
                </a:cubicBezTo>
                <a:cubicBezTo>
                  <a:pt x="6649379" y="3527616"/>
                  <a:pt x="6688322" y="3467826"/>
                  <a:pt x="6556246" y="3477875"/>
                </a:cubicBezTo>
                <a:cubicBezTo>
                  <a:pt x="6424170" y="3487924"/>
                  <a:pt x="6079641" y="3417108"/>
                  <a:pt x="5821494" y="3477875"/>
                </a:cubicBezTo>
                <a:cubicBezTo>
                  <a:pt x="5563347" y="3538642"/>
                  <a:pt x="5532287" y="3441472"/>
                  <a:pt x="5256300" y="3477875"/>
                </a:cubicBezTo>
                <a:cubicBezTo>
                  <a:pt x="4980313" y="3514278"/>
                  <a:pt x="5013693" y="3450081"/>
                  <a:pt x="4775886" y="3477875"/>
                </a:cubicBezTo>
                <a:cubicBezTo>
                  <a:pt x="4538079" y="3505669"/>
                  <a:pt x="4455402" y="3466416"/>
                  <a:pt x="4295471" y="3477875"/>
                </a:cubicBezTo>
                <a:cubicBezTo>
                  <a:pt x="4135541" y="3489334"/>
                  <a:pt x="3943725" y="3416931"/>
                  <a:pt x="3645499" y="3477875"/>
                </a:cubicBezTo>
                <a:cubicBezTo>
                  <a:pt x="3347273" y="3538819"/>
                  <a:pt x="3346113" y="3416792"/>
                  <a:pt x="3080305" y="3477875"/>
                </a:cubicBezTo>
                <a:cubicBezTo>
                  <a:pt x="2814497" y="3538958"/>
                  <a:pt x="2869079" y="3463770"/>
                  <a:pt x="2684670" y="3477875"/>
                </a:cubicBezTo>
                <a:cubicBezTo>
                  <a:pt x="2500261" y="3491980"/>
                  <a:pt x="2436178" y="3432256"/>
                  <a:pt x="2204255" y="3477875"/>
                </a:cubicBezTo>
                <a:cubicBezTo>
                  <a:pt x="1972332" y="3523494"/>
                  <a:pt x="1718022" y="3420196"/>
                  <a:pt x="1469503" y="3477875"/>
                </a:cubicBezTo>
                <a:cubicBezTo>
                  <a:pt x="1220984" y="3535554"/>
                  <a:pt x="1007581" y="3400817"/>
                  <a:pt x="819531" y="3477875"/>
                </a:cubicBezTo>
                <a:cubicBezTo>
                  <a:pt x="631481" y="3554933"/>
                  <a:pt x="371951" y="3449394"/>
                  <a:pt x="0" y="3477875"/>
                </a:cubicBezTo>
                <a:cubicBezTo>
                  <a:pt x="-57511" y="3257410"/>
                  <a:pt x="33688" y="3050907"/>
                  <a:pt x="0" y="2898229"/>
                </a:cubicBezTo>
                <a:cubicBezTo>
                  <a:pt x="-33688" y="2745551"/>
                  <a:pt x="366" y="2513085"/>
                  <a:pt x="0" y="2353362"/>
                </a:cubicBezTo>
                <a:cubicBezTo>
                  <a:pt x="-366" y="2193639"/>
                  <a:pt x="31383" y="2059499"/>
                  <a:pt x="0" y="1808495"/>
                </a:cubicBezTo>
                <a:cubicBezTo>
                  <a:pt x="-31383" y="1557491"/>
                  <a:pt x="25836" y="1422963"/>
                  <a:pt x="0" y="1263628"/>
                </a:cubicBezTo>
                <a:cubicBezTo>
                  <a:pt x="-25836" y="1104293"/>
                  <a:pt x="43906" y="851758"/>
                  <a:pt x="0" y="718761"/>
                </a:cubicBezTo>
                <a:cubicBezTo>
                  <a:pt x="-43906" y="585764"/>
                  <a:pt x="24517" y="19743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const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printButton.addEventListener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("click",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list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itemList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items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list.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children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for (const item of items)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console.log(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item.textContent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2FF42A-A9A5-5386-868D-AA53B7C8584C}"/>
              </a:ext>
            </a:extLst>
          </p:cNvPr>
          <p:cNvSpPr txBox="1"/>
          <p:nvPr/>
        </p:nvSpPr>
        <p:spPr>
          <a:xfrm>
            <a:off x="9086281" y="4891894"/>
            <a:ext cx="26162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 - children gives us all &lt;li&gt; elements inside the list.</a:t>
            </a:r>
            <a:endParaRPr lang="en-US" sz="2000" b="1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CBCD4B5-4BE5-DDD6-1ADF-A5DFC3523EE0}"/>
              </a:ext>
            </a:extLst>
          </p:cNvPr>
          <p:cNvCxnSpPr>
            <a:cxnSpLocks/>
          </p:cNvCxnSpPr>
          <p:nvPr/>
        </p:nvCxnSpPr>
        <p:spPr>
          <a:xfrm flipH="1" flipV="1">
            <a:off x="4586514" y="4663430"/>
            <a:ext cx="4433804" cy="8617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328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5127A-F398-9D9D-4A1F-8C905FBF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9C75DEDB-EA72-47B0-92B3-DB34505E21AB}"/>
              </a:ext>
            </a:extLst>
          </p:cNvPr>
          <p:cNvSpPr txBox="1"/>
          <p:nvPr/>
        </p:nvSpPr>
        <p:spPr>
          <a:xfrm>
            <a:off x="25801" y="455632"/>
            <a:ext cx="70253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items lists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upon button click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Google Shape;166;p51">
            <a:extLst>
              <a:ext uri="{FF2B5EF4-FFF2-40B4-BE49-F238E27FC236}">
                <a16:creationId xmlns:a16="http://schemas.microsoft.com/office/drawing/2014/main" id="{AB7008DA-9B71-FFF5-42DA-D90352773F73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7CF431-AF8C-07A7-9186-8C6D04E77986}"/>
              </a:ext>
            </a:extLst>
          </p:cNvPr>
          <p:cNvSpPr txBox="1"/>
          <p:nvPr/>
        </p:nvSpPr>
        <p:spPr>
          <a:xfrm>
            <a:off x="190275" y="2924493"/>
            <a:ext cx="8477904" cy="3477875"/>
          </a:xfrm>
          <a:custGeom>
            <a:avLst/>
            <a:gdLst>
              <a:gd name="connsiteX0" fmla="*/ 0 w 8477904"/>
              <a:gd name="connsiteY0" fmla="*/ 0 h 3477875"/>
              <a:gd name="connsiteX1" fmla="*/ 734752 w 8477904"/>
              <a:gd name="connsiteY1" fmla="*/ 0 h 3477875"/>
              <a:gd name="connsiteX2" fmla="*/ 1384724 w 8477904"/>
              <a:gd name="connsiteY2" fmla="*/ 0 h 3477875"/>
              <a:gd name="connsiteX3" fmla="*/ 2119476 w 8477904"/>
              <a:gd name="connsiteY3" fmla="*/ 0 h 3477875"/>
              <a:gd name="connsiteX4" fmla="*/ 2599891 w 8477904"/>
              <a:gd name="connsiteY4" fmla="*/ 0 h 3477875"/>
              <a:gd name="connsiteX5" fmla="*/ 3165084 w 8477904"/>
              <a:gd name="connsiteY5" fmla="*/ 0 h 3477875"/>
              <a:gd name="connsiteX6" fmla="*/ 3560720 w 8477904"/>
              <a:gd name="connsiteY6" fmla="*/ 0 h 3477875"/>
              <a:gd name="connsiteX7" fmla="*/ 4210692 w 8477904"/>
              <a:gd name="connsiteY7" fmla="*/ 0 h 3477875"/>
              <a:gd name="connsiteX8" fmla="*/ 4775886 w 8477904"/>
              <a:gd name="connsiteY8" fmla="*/ 0 h 3477875"/>
              <a:gd name="connsiteX9" fmla="*/ 5510638 w 8477904"/>
              <a:gd name="connsiteY9" fmla="*/ 0 h 3477875"/>
              <a:gd name="connsiteX10" fmla="*/ 6160610 w 8477904"/>
              <a:gd name="connsiteY10" fmla="*/ 0 h 3477875"/>
              <a:gd name="connsiteX11" fmla="*/ 6810583 w 8477904"/>
              <a:gd name="connsiteY11" fmla="*/ 0 h 3477875"/>
              <a:gd name="connsiteX12" fmla="*/ 7545335 w 8477904"/>
              <a:gd name="connsiteY12" fmla="*/ 0 h 3477875"/>
              <a:gd name="connsiteX13" fmla="*/ 7940970 w 8477904"/>
              <a:gd name="connsiteY13" fmla="*/ 0 h 3477875"/>
              <a:gd name="connsiteX14" fmla="*/ 8477904 w 8477904"/>
              <a:gd name="connsiteY14" fmla="*/ 0 h 3477875"/>
              <a:gd name="connsiteX15" fmla="*/ 8477904 w 8477904"/>
              <a:gd name="connsiteY15" fmla="*/ 614425 h 3477875"/>
              <a:gd name="connsiteX16" fmla="*/ 8477904 w 8477904"/>
              <a:gd name="connsiteY16" fmla="*/ 1263628 h 3477875"/>
              <a:gd name="connsiteX17" fmla="*/ 8477904 w 8477904"/>
              <a:gd name="connsiteY17" fmla="*/ 1773716 h 3477875"/>
              <a:gd name="connsiteX18" fmla="*/ 8477904 w 8477904"/>
              <a:gd name="connsiteY18" fmla="*/ 2283805 h 3477875"/>
              <a:gd name="connsiteX19" fmla="*/ 8477904 w 8477904"/>
              <a:gd name="connsiteY19" fmla="*/ 2898229 h 3477875"/>
              <a:gd name="connsiteX20" fmla="*/ 8477904 w 8477904"/>
              <a:gd name="connsiteY20" fmla="*/ 3477875 h 3477875"/>
              <a:gd name="connsiteX21" fmla="*/ 7743152 w 8477904"/>
              <a:gd name="connsiteY21" fmla="*/ 3477875 h 3477875"/>
              <a:gd name="connsiteX22" fmla="*/ 7432296 w 8477904"/>
              <a:gd name="connsiteY22" fmla="*/ 3477875 h 3477875"/>
              <a:gd name="connsiteX23" fmla="*/ 6867102 w 8477904"/>
              <a:gd name="connsiteY23" fmla="*/ 3477875 h 3477875"/>
              <a:gd name="connsiteX24" fmla="*/ 6556246 w 8477904"/>
              <a:gd name="connsiteY24" fmla="*/ 3477875 h 3477875"/>
              <a:gd name="connsiteX25" fmla="*/ 5821494 w 8477904"/>
              <a:gd name="connsiteY25" fmla="*/ 3477875 h 3477875"/>
              <a:gd name="connsiteX26" fmla="*/ 5256300 w 8477904"/>
              <a:gd name="connsiteY26" fmla="*/ 3477875 h 3477875"/>
              <a:gd name="connsiteX27" fmla="*/ 4775886 w 8477904"/>
              <a:gd name="connsiteY27" fmla="*/ 3477875 h 3477875"/>
              <a:gd name="connsiteX28" fmla="*/ 4295471 w 8477904"/>
              <a:gd name="connsiteY28" fmla="*/ 3477875 h 3477875"/>
              <a:gd name="connsiteX29" fmla="*/ 3645499 w 8477904"/>
              <a:gd name="connsiteY29" fmla="*/ 3477875 h 3477875"/>
              <a:gd name="connsiteX30" fmla="*/ 3080305 w 8477904"/>
              <a:gd name="connsiteY30" fmla="*/ 3477875 h 3477875"/>
              <a:gd name="connsiteX31" fmla="*/ 2684670 w 8477904"/>
              <a:gd name="connsiteY31" fmla="*/ 3477875 h 3477875"/>
              <a:gd name="connsiteX32" fmla="*/ 2204255 w 8477904"/>
              <a:gd name="connsiteY32" fmla="*/ 3477875 h 3477875"/>
              <a:gd name="connsiteX33" fmla="*/ 1469503 w 8477904"/>
              <a:gd name="connsiteY33" fmla="*/ 3477875 h 3477875"/>
              <a:gd name="connsiteX34" fmla="*/ 819531 w 8477904"/>
              <a:gd name="connsiteY34" fmla="*/ 3477875 h 3477875"/>
              <a:gd name="connsiteX35" fmla="*/ 0 w 8477904"/>
              <a:gd name="connsiteY35" fmla="*/ 3477875 h 3477875"/>
              <a:gd name="connsiteX36" fmla="*/ 0 w 8477904"/>
              <a:gd name="connsiteY36" fmla="*/ 2898229 h 3477875"/>
              <a:gd name="connsiteX37" fmla="*/ 0 w 8477904"/>
              <a:gd name="connsiteY37" fmla="*/ 2353362 h 3477875"/>
              <a:gd name="connsiteX38" fmla="*/ 0 w 8477904"/>
              <a:gd name="connsiteY38" fmla="*/ 1808495 h 3477875"/>
              <a:gd name="connsiteX39" fmla="*/ 0 w 8477904"/>
              <a:gd name="connsiteY39" fmla="*/ 1263628 h 3477875"/>
              <a:gd name="connsiteX40" fmla="*/ 0 w 8477904"/>
              <a:gd name="connsiteY40" fmla="*/ 718761 h 3477875"/>
              <a:gd name="connsiteX41" fmla="*/ 0 w 8477904"/>
              <a:gd name="connsiteY41" fmla="*/ 0 h 347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8477904" h="3477875" extrusionOk="0">
                <a:moveTo>
                  <a:pt x="0" y="0"/>
                </a:moveTo>
                <a:cubicBezTo>
                  <a:pt x="203845" y="-18709"/>
                  <a:pt x="511906" y="36473"/>
                  <a:pt x="734752" y="0"/>
                </a:cubicBezTo>
                <a:cubicBezTo>
                  <a:pt x="957598" y="-36473"/>
                  <a:pt x="1189338" y="65028"/>
                  <a:pt x="1384724" y="0"/>
                </a:cubicBezTo>
                <a:cubicBezTo>
                  <a:pt x="1580110" y="-65028"/>
                  <a:pt x="1804970" y="31323"/>
                  <a:pt x="2119476" y="0"/>
                </a:cubicBezTo>
                <a:cubicBezTo>
                  <a:pt x="2433982" y="-31323"/>
                  <a:pt x="2425410" y="27723"/>
                  <a:pt x="2599891" y="0"/>
                </a:cubicBezTo>
                <a:cubicBezTo>
                  <a:pt x="2774373" y="-27723"/>
                  <a:pt x="2919275" y="65136"/>
                  <a:pt x="3165084" y="0"/>
                </a:cubicBezTo>
                <a:cubicBezTo>
                  <a:pt x="3410893" y="-65136"/>
                  <a:pt x="3472515" y="10920"/>
                  <a:pt x="3560720" y="0"/>
                </a:cubicBezTo>
                <a:cubicBezTo>
                  <a:pt x="3648925" y="-10920"/>
                  <a:pt x="3994238" y="63038"/>
                  <a:pt x="4210692" y="0"/>
                </a:cubicBezTo>
                <a:cubicBezTo>
                  <a:pt x="4427146" y="-63038"/>
                  <a:pt x="4573676" y="58427"/>
                  <a:pt x="4775886" y="0"/>
                </a:cubicBezTo>
                <a:cubicBezTo>
                  <a:pt x="4978096" y="-58427"/>
                  <a:pt x="5362730" y="19461"/>
                  <a:pt x="5510638" y="0"/>
                </a:cubicBezTo>
                <a:cubicBezTo>
                  <a:pt x="5658546" y="-19461"/>
                  <a:pt x="5977051" y="36732"/>
                  <a:pt x="6160610" y="0"/>
                </a:cubicBezTo>
                <a:cubicBezTo>
                  <a:pt x="6344169" y="-36732"/>
                  <a:pt x="6532345" y="775"/>
                  <a:pt x="6810583" y="0"/>
                </a:cubicBezTo>
                <a:cubicBezTo>
                  <a:pt x="7088821" y="-775"/>
                  <a:pt x="7384926" y="77933"/>
                  <a:pt x="7545335" y="0"/>
                </a:cubicBezTo>
                <a:cubicBezTo>
                  <a:pt x="7705744" y="-77933"/>
                  <a:pt x="7778008" y="18611"/>
                  <a:pt x="7940970" y="0"/>
                </a:cubicBezTo>
                <a:cubicBezTo>
                  <a:pt x="8103932" y="-18611"/>
                  <a:pt x="8305797" y="47871"/>
                  <a:pt x="8477904" y="0"/>
                </a:cubicBezTo>
                <a:cubicBezTo>
                  <a:pt x="8532799" y="170542"/>
                  <a:pt x="8471364" y="404378"/>
                  <a:pt x="8477904" y="614425"/>
                </a:cubicBezTo>
                <a:cubicBezTo>
                  <a:pt x="8484444" y="824473"/>
                  <a:pt x="8435042" y="954804"/>
                  <a:pt x="8477904" y="1263628"/>
                </a:cubicBezTo>
                <a:cubicBezTo>
                  <a:pt x="8520766" y="1572452"/>
                  <a:pt x="8455378" y="1650056"/>
                  <a:pt x="8477904" y="1773716"/>
                </a:cubicBezTo>
                <a:cubicBezTo>
                  <a:pt x="8500430" y="1897376"/>
                  <a:pt x="8447588" y="2169003"/>
                  <a:pt x="8477904" y="2283805"/>
                </a:cubicBezTo>
                <a:cubicBezTo>
                  <a:pt x="8508220" y="2398607"/>
                  <a:pt x="8467427" y="2598108"/>
                  <a:pt x="8477904" y="2898229"/>
                </a:cubicBezTo>
                <a:cubicBezTo>
                  <a:pt x="8488381" y="3198350"/>
                  <a:pt x="8476371" y="3230735"/>
                  <a:pt x="8477904" y="3477875"/>
                </a:cubicBezTo>
                <a:cubicBezTo>
                  <a:pt x="8239471" y="3513057"/>
                  <a:pt x="7922241" y="3405006"/>
                  <a:pt x="7743152" y="3477875"/>
                </a:cubicBezTo>
                <a:cubicBezTo>
                  <a:pt x="7564063" y="3550744"/>
                  <a:pt x="7587197" y="3477469"/>
                  <a:pt x="7432296" y="3477875"/>
                </a:cubicBezTo>
                <a:cubicBezTo>
                  <a:pt x="7277395" y="3478281"/>
                  <a:pt x="7084825" y="3428134"/>
                  <a:pt x="6867102" y="3477875"/>
                </a:cubicBezTo>
                <a:cubicBezTo>
                  <a:pt x="6649379" y="3527616"/>
                  <a:pt x="6688322" y="3467826"/>
                  <a:pt x="6556246" y="3477875"/>
                </a:cubicBezTo>
                <a:cubicBezTo>
                  <a:pt x="6424170" y="3487924"/>
                  <a:pt x="6079641" y="3417108"/>
                  <a:pt x="5821494" y="3477875"/>
                </a:cubicBezTo>
                <a:cubicBezTo>
                  <a:pt x="5563347" y="3538642"/>
                  <a:pt x="5532287" y="3441472"/>
                  <a:pt x="5256300" y="3477875"/>
                </a:cubicBezTo>
                <a:cubicBezTo>
                  <a:pt x="4980313" y="3514278"/>
                  <a:pt x="5013693" y="3450081"/>
                  <a:pt x="4775886" y="3477875"/>
                </a:cubicBezTo>
                <a:cubicBezTo>
                  <a:pt x="4538079" y="3505669"/>
                  <a:pt x="4455402" y="3466416"/>
                  <a:pt x="4295471" y="3477875"/>
                </a:cubicBezTo>
                <a:cubicBezTo>
                  <a:pt x="4135541" y="3489334"/>
                  <a:pt x="3943725" y="3416931"/>
                  <a:pt x="3645499" y="3477875"/>
                </a:cubicBezTo>
                <a:cubicBezTo>
                  <a:pt x="3347273" y="3538819"/>
                  <a:pt x="3346113" y="3416792"/>
                  <a:pt x="3080305" y="3477875"/>
                </a:cubicBezTo>
                <a:cubicBezTo>
                  <a:pt x="2814497" y="3538958"/>
                  <a:pt x="2869079" y="3463770"/>
                  <a:pt x="2684670" y="3477875"/>
                </a:cubicBezTo>
                <a:cubicBezTo>
                  <a:pt x="2500261" y="3491980"/>
                  <a:pt x="2436178" y="3432256"/>
                  <a:pt x="2204255" y="3477875"/>
                </a:cubicBezTo>
                <a:cubicBezTo>
                  <a:pt x="1972332" y="3523494"/>
                  <a:pt x="1718022" y="3420196"/>
                  <a:pt x="1469503" y="3477875"/>
                </a:cubicBezTo>
                <a:cubicBezTo>
                  <a:pt x="1220984" y="3535554"/>
                  <a:pt x="1007581" y="3400817"/>
                  <a:pt x="819531" y="3477875"/>
                </a:cubicBezTo>
                <a:cubicBezTo>
                  <a:pt x="631481" y="3554933"/>
                  <a:pt x="371951" y="3449394"/>
                  <a:pt x="0" y="3477875"/>
                </a:cubicBezTo>
                <a:cubicBezTo>
                  <a:pt x="-57511" y="3257410"/>
                  <a:pt x="33688" y="3050907"/>
                  <a:pt x="0" y="2898229"/>
                </a:cubicBezTo>
                <a:cubicBezTo>
                  <a:pt x="-33688" y="2745551"/>
                  <a:pt x="366" y="2513085"/>
                  <a:pt x="0" y="2353362"/>
                </a:cubicBezTo>
                <a:cubicBezTo>
                  <a:pt x="-366" y="2193639"/>
                  <a:pt x="31383" y="2059499"/>
                  <a:pt x="0" y="1808495"/>
                </a:cubicBezTo>
                <a:cubicBezTo>
                  <a:pt x="-31383" y="1557491"/>
                  <a:pt x="25836" y="1422963"/>
                  <a:pt x="0" y="1263628"/>
                </a:cubicBezTo>
                <a:cubicBezTo>
                  <a:pt x="-25836" y="1104293"/>
                  <a:pt x="43906" y="851758"/>
                  <a:pt x="0" y="718761"/>
                </a:cubicBezTo>
                <a:cubicBezTo>
                  <a:pt x="-43906" y="585764"/>
                  <a:pt x="24517" y="197432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const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printButton.addEventListener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("click",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2000" b="1" dirty="0" err="1">
                <a:solidFill>
                  <a:srgbClr val="FF00FF"/>
                </a:solidFill>
                <a:latin typeface="Consolas" panose="020B0609020204030204" pitchFamily="49" charset="0"/>
              </a:rPr>
              <a:t>onPrintItems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list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itemList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items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list.children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for (const item of items)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console.log(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item.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textContent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5BD7EA-ED52-BF85-B2B2-AB0C3DA78432}"/>
              </a:ext>
            </a:extLst>
          </p:cNvPr>
          <p:cNvSpPr txBox="1"/>
          <p:nvPr/>
        </p:nvSpPr>
        <p:spPr>
          <a:xfrm>
            <a:off x="8803951" y="5907557"/>
            <a:ext cx="2616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We print the LI</a:t>
            </a:r>
          </a:p>
          <a:p>
            <a:r>
              <a:rPr lang="en-US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Text content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0776CA5-3995-7937-CAFB-5FE2E3F50520}"/>
              </a:ext>
            </a:extLst>
          </p:cNvPr>
          <p:cNvCxnSpPr>
            <a:cxnSpLocks/>
          </p:cNvCxnSpPr>
          <p:nvPr/>
        </p:nvCxnSpPr>
        <p:spPr>
          <a:xfrm flipH="1" flipV="1">
            <a:off x="5080000" y="5646057"/>
            <a:ext cx="3656065" cy="61544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386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5CD1B-E092-EF16-1C63-1AE14B3A6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6;p51">
            <a:extLst>
              <a:ext uri="{FF2B5EF4-FFF2-40B4-BE49-F238E27FC236}">
                <a16:creationId xmlns:a16="http://schemas.microsoft.com/office/drawing/2014/main" id="{AAA2DC8D-58D6-9DAF-20D9-92145BA9F691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3DC14AAA-8E0B-0456-15EC-E87933F24D87}"/>
              </a:ext>
            </a:extLst>
          </p:cNvPr>
          <p:cNvSpPr txBox="1"/>
          <p:nvPr/>
        </p:nvSpPr>
        <p:spPr>
          <a:xfrm>
            <a:off x="3982836" y="189861"/>
            <a:ext cx="388409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8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Case 2</a:t>
            </a:r>
            <a:endParaRPr sz="48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33;p4">
            <a:extLst>
              <a:ext uri="{FF2B5EF4-FFF2-40B4-BE49-F238E27FC236}">
                <a16:creationId xmlns:a16="http://schemas.microsoft.com/office/drawing/2014/main" id="{02AE3761-3725-1A0B-A730-11DF3923D85D}"/>
              </a:ext>
            </a:extLst>
          </p:cNvPr>
          <p:cNvSpPr txBox="1"/>
          <p:nvPr/>
        </p:nvSpPr>
        <p:spPr>
          <a:xfrm>
            <a:off x="609735" y="1142876"/>
            <a:ext cx="1221501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clicking the "Change color" button, Change the background color of the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&lt;li&gt; to light blue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0F3B70-3F2F-2FBD-36B6-09B5C080D3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17"/>
          <a:stretch/>
        </p:blipFill>
        <p:spPr>
          <a:xfrm>
            <a:off x="327368" y="2320696"/>
            <a:ext cx="5560479" cy="26683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1053C7F-8D3B-BAE1-9205-59C2B3CEC1A8}"/>
              </a:ext>
            </a:extLst>
          </p:cNvPr>
          <p:cNvSpPr/>
          <p:nvPr/>
        </p:nvSpPr>
        <p:spPr>
          <a:xfrm>
            <a:off x="1239504" y="4278562"/>
            <a:ext cx="1145893" cy="509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37D8B6-1EEC-1CF5-740B-5E718A536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32737"/>
            <a:ext cx="5548207" cy="2675028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3CB9A1F2-28C0-208C-328B-897F1D9A1677}"/>
              </a:ext>
            </a:extLst>
          </p:cNvPr>
          <p:cNvSpPr/>
          <p:nvPr/>
        </p:nvSpPr>
        <p:spPr>
          <a:xfrm>
            <a:off x="5319951" y="3536821"/>
            <a:ext cx="978408" cy="48463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95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9B519-6AE0-0C15-3928-0024335B5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74E46502-481C-F90B-99C7-3C5CAB3FA367}"/>
              </a:ext>
            </a:extLst>
          </p:cNvPr>
          <p:cNvSpPr txBox="1"/>
          <p:nvPr/>
        </p:nvSpPr>
        <p:spPr>
          <a:xfrm>
            <a:off x="25801" y="455632"/>
            <a:ext cx="70253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a color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upon click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Google Shape;166;p51">
            <a:extLst>
              <a:ext uri="{FF2B5EF4-FFF2-40B4-BE49-F238E27FC236}">
                <a16:creationId xmlns:a16="http://schemas.microsoft.com/office/drawing/2014/main" id="{37B3C4EC-DE0C-7423-4264-653B638FD682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EE2822-9522-E53B-9974-FA7D239B6E45}"/>
              </a:ext>
            </a:extLst>
          </p:cNvPr>
          <p:cNvSpPr txBox="1"/>
          <p:nvPr/>
        </p:nvSpPr>
        <p:spPr>
          <a:xfrm>
            <a:off x="190275" y="2924493"/>
            <a:ext cx="10216468" cy="2554545"/>
          </a:xfrm>
          <a:custGeom>
            <a:avLst/>
            <a:gdLst>
              <a:gd name="connsiteX0" fmla="*/ 0 w 10216468"/>
              <a:gd name="connsiteY0" fmla="*/ 0 h 2554545"/>
              <a:gd name="connsiteX1" fmla="*/ 771911 w 10216468"/>
              <a:gd name="connsiteY1" fmla="*/ 0 h 2554545"/>
              <a:gd name="connsiteX2" fmla="*/ 1441657 w 10216468"/>
              <a:gd name="connsiteY2" fmla="*/ 0 h 2554545"/>
              <a:gd name="connsiteX3" fmla="*/ 2213568 w 10216468"/>
              <a:gd name="connsiteY3" fmla="*/ 0 h 2554545"/>
              <a:gd name="connsiteX4" fmla="*/ 2678985 w 10216468"/>
              <a:gd name="connsiteY4" fmla="*/ 0 h 2554545"/>
              <a:gd name="connsiteX5" fmla="*/ 3246566 w 10216468"/>
              <a:gd name="connsiteY5" fmla="*/ 0 h 2554545"/>
              <a:gd name="connsiteX6" fmla="*/ 3609819 w 10216468"/>
              <a:gd name="connsiteY6" fmla="*/ 0 h 2554545"/>
              <a:gd name="connsiteX7" fmla="*/ 4279565 w 10216468"/>
              <a:gd name="connsiteY7" fmla="*/ 0 h 2554545"/>
              <a:gd name="connsiteX8" fmla="*/ 4847146 w 10216468"/>
              <a:gd name="connsiteY8" fmla="*/ 0 h 2554545"/>
              <a:gd name="connsiteX9" fmla="*/ 5619057 w 10216468"/>
              <a:gd name="connsiteY9" fmla="*/ 0 h 2554545"/>
              <a:gd name="connsiteX10" fmla="*/ 6288804 w 10216468"/>
              <a:gd name="connsiteY10" fmla="*/ 0 h 2554545"/>
              <a:gd name="connsiteX11" fmla="*/ 6958550 w 10216468"/>
              <a:gd name="connsiteY11" fmla="*/ 0 h 2554545"/>
              <a:gd name="connsiteX12" fmla="*/ 7730461 w 10216468"/>
              <a:gd name="connsiteY12" fmla="*/ 0 h 2554545"/>
              <a:gd name="connsiteX13" fmla="*/ 8093713 w 10216468"/>
              <a:gd name="connsiteY13" fmla="*/ 0 h 2554545"/>
              <a:gd name="connsiteX14" fmla="*/ 8354800 w 10216468"/>
              <a:gd name="connsiteY14" fmla="*/ 0 h 2554545"/>
              <a:gd name="connsiteX15" fmla="*/ 9024547 w 10216468"/>
              <a:gd name="connsiteY15" fmla="*/ 0 h 2554545"/>
              <a:gd name="connsiteX16" fmla="*/ 9592128 w 10216468"/>
              <a:gd name="connsiteY16" fmla="*/ 0 h 2554545"/>
              <a:gd name="connsiteX17" fmla="*/ 10216468 w 10216468"/>
              <a:gd name="connsiteY17" fmla="*/ 0 h 2554545"/>
              <a:gd name="connsiteX18" fmla="*/ 10216468 w 10216468"/>
              <a:gd name="connsiteY18" fmla="*/ 536454 h 2554545"/>
              <a:gd name="connsiteX19" fmla="*/ 10216468 w 10216468"/>
              <a:gd name="connsiteY19" fmla="*/ 1072909 h 2554545"/>
              <a:gd name="connsiteX20" fmla="*/ 10216468 w 10216468"/>
              <a:gd name="connsiteY20" fmla="*/ 1609363 h 2554545"/>
              <a:gd name="connsiteX21" fmla="*/ 10216468 w 10216468"/>
              <a:gd name="connsiteY21" fmla="*/ 2554545 h 2554545"/>
              <a:gd name="connsiteX22" fmla="*/ 9751051 w 10216468"/>
              <a:gd name="connsiteY22" fmla="*/ 2554545 h 2554545"/>
              <a:gd name="connsiteX23" fmla="*/ 9183470 w 10216468"/>
              <a:gd name="connsiteY23" fmla="*/ 2554545 h 2554545"/>
              <a:gd name="connsiteX24" fmla="*/ 8922382 w 10216468"/>
              <a:gd name="connsiteY24" fmla="*/ 2554545 h 2554545"/>
              <a:gd name="connsiteX25" fmla="*/ 8150471 w 10216468"/>
              <a:gd name="connsiteY25" fmla="*/ 2554545 h 2554545"/>
              <a:gd name="connsiteX26" fmla="*/ 7582890 w 10216468"/>
              <a:gd name="connsiteY26" fmla="*/ 2554545 h 2554545"/>
              <a:gd name="connsiteX27" fmla="*/ 7117473 w 10216468"/>
              <a:gd name="connsiteY27" fmla="*/ 2554545 h 2554545"/>
              <a:gd name="connsiteX28" fmla="*/ 6652056 w 10216468"/>
              <a:gd name="connsiteY28" fmla="*/ 2554545 h 2554545"/>
              <a:gd name="connsiteX29" fmla="*/ 5982310 w 10216468"/>
              <a:gd name="connsiteY29" fmla="*/ 2554545 h 2554545"/>
              <a:gd name="connsiteX30" fmla="*/ 5414728 w 10216468"/>
              <a:gd name="connsiteY30" fmla="*/ 2554545 h 2554545"/>
              <a:gd name="connsiteX31" fmla="*/ 5051476 w 10216468"/>
              <a:gd name="connsiteY31" fmla="*/ 2554545 h 2554545"/>
              <a:gd name="connsiteX32" fmla="*/ 4586059 w 10216468"/>
              <a:gd name="connsiteY32" fmla="*/ 2554545 h 2554545"/>
              <a:gd name="connsiteX33" fmla="*/ 3814148 w 10216468"/>
              <a:gd name="connsiteY33" fmla="*/ 2554545 h 2554545"/>
              <a:gd name="connsiteX34" fmla="*/ 3144402 w 10216468"/>
              <a:gd name="connsiteY34" fmla="*/ 2554545 h 2554545"/>
              <a:gd name="connsiteX35" fmla="*/ 2474656 w 10216468"/>
              <a:gd name="connsiteY35" fmla="*/ 2554545 h 2554545"/>
              <a:gd name="connsiteX36" fmla="*/ 1907074 w 10216468"/>
              <a:gd name="connsiteY36" fmla="*/ 2554545 h 2554545"/>
              <a:gd name="connsiteX37" fmla="*/ 1339492 w 10216468"/>
              <a:gd name="connsiteY37" fmla="*/ 2554545 h 2554545"/>
              <a:gd name="connsiteX38" fmla="*/ 976240 w 10216468"/>
              <a:gd name="connsiteY38" fmla="*/ 2554545 h 2554545"/>
              <a:gd name="connsiteX39" fmla="*/ 612988 w 10216468"/>
              <a:gd name="connsiteY39" fmla="*/ 2554545 h 2554545"/>
              <a:gd name="connsiteX40" fmla="*/ 0 w 10216468"/>
              <a:gd name="connsiteY40" fmla="*/ 2554545 h 2554545"/>
              <a:gd name="connsiteX41" fmla="*/ 0 w 10216468"/>
              <a:gd name="connsiteY41" fmla="*/ 1992545 h 2554545"/>
              <a:gd name="connsiteX42" fmla="*/ 0 w 10216468"/>
              <a:gd name="connsiteY42" fmla="*/ 1481636 h 2554545"/>
              <a:gd name="connsiteX43" fmla="*/ 0 w 10216468"/>
              <a:gd name="connsiteY43" fmla="*/ 1047363 h 2554545"/>
              <a:gd name="connsiteX44" fmla="*/ 0 w 10216468"/>
              <a:gd name="connsiteY44" fmla="*/ 485364 h 2554545"/>
              <a:gd name="connsiteX45" fmla="*/ 0 w 10216468"/>
              <a:gd name="connsiteY45" fmla="*/ 0 h 255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216468" h="2554545" extrusionOk="0">
                <a:moveTo>
                  <a:pt x="0" y="0"/>
                </a:moveTo>
                <a:cubicBezTo>
                  <a:pt x="157119" y="-65115"/>
                  <a:pt x="477692" y="78736"/>
                  <a:pt x="771911" y="0"/>
                </a:cubicBezTo>
                <a:cubicBezTo>
                  <a:pt x="1066130" y="-78736"/>
                  <a:pt x="1153243" y="24882"/>
                  <a:pt x="1441657" y="0"/>
                </a:cubicBezTo>
                <a:cubicBezTo>
                  <a:pt x="1730071" y="-24882"/>
                  <a:pt x="1907347" y="22358"/>
                  <a:pt x="2213568" y="0"/>
                </a:cubicBezTo>
                <a:cubicBezTo>
                  <a:pt x="2519789" y="-22358"/>
                  <a:pt x="2448432" y="47952"/>
                  <a:pt x="2678985" y="0"/>
                </a:cubicBezTo>
                <a:cubicBezTo>
                  <a:pt x="2909538" y="-47952"/>
                  <a:pt x="3120700" y="61948"/>
                  <a:pt x="3246566" y="0"/>
                </a:cubicBezTo>
                <a:cubicBezTo>
                  <a:pt x="3372432" y="-61948"/>
                  <a:pt x="3461663" y="18897"/>
                  <a:pt x="3609819" y="0"/>
                </a:cubicBezTo>
                <a:cubicBezTo>
                  <a:pt x="3757975" y="-18897"/>
                  <a:pt x="4037856" y="51159"/>
                  <a:pt x="4279565" y="0"/>
                </a:cubicBezTo>
                <a:cubicBezTo>
                  <a:pt x="4521274" y="-51159"/>
                  <a:pt x="4650424" y="23130"/>
                  <a:pt x="4847146" y="0"/>
                </a:cubicBezTo>
                <a:cubicBezTo>
                  <a:pt x="5043868" y="-23130"/>
                  <a:pt x="5418730" y="33304"/>
                  <a:pt x="5619057" y="0"/>
                </a:cubicBezTo>
                <a:cubicBezTo>
                  <a:pt x="5819384" y="-33304"/>
                  <a:pt x="5979082" y="26037"/>
                  <a:pt x="6288804" y="0"/>
                </a:cubicBezTo>
                <a:cubicBezTo>
                  <a:pt x="6598526" y="-26037"/>
                  <a:pt x="6763019" y="44994"/>
                  <a:pt x="6958550" y="0"/>
                </a:cubicBezTo>
                <a:cubicBezTo>
                  <a:pt x="7154081" y="-44994"/>
                  <a:pt x="7511133" y="73311"/>
                  <a:pt x="7730461" y="0"/>
                </a:cubicBezTo>
                <a:cubicBezTo>
                  <a:pt x="7949789" y="-73311"/>
                  <a:pt x="8006056" y="33364"/>
                  <a:pt x="8093713" y="0"/>
                </a:cubicBezTo>
                <a:cubicBezTo>
                  <a:pt x="8181370" y="-33364"/>
                  <a:pt x="8297677" y="31076"/>
                  <a:pt x="8354800" y="0"/>
                </a:cubicBezTo>
                <a:cubicBezTo>
                  <a:pt x="8411923" y="-31076"/>
                  <a:pt x="8750969" y="27059"/>
                  <a:pt x="9024547" y="0"/>
                </a:cubicBezTo>
                <a:cubicBezTo>
                  <a:pt x="9298125" y="-27059"/>
                  <a:pt x="9465366" y="56165"/>
                  <a:pt x="9592128" y="0"/>
                </a:cubicBezTo>
                <a:cubicBezTo>
                  <a:pt x="9718890" y="-56165"/>
                  <a:pt x="9930632" y="37841"/>
                  <a:pt x="10216468" y="0"/>
                </a:cubicBezTo>
                <a:cubicBezTo>
                  <a:pt x="10244181" y="229848"/>
                  <a:pt x="10185388" y="319927"/>
                  <a:pt x="10216468" y="536454"/>
                </a:cubicBezTo>
                <a:cubicBezTo>
                  <a:pt x="10247548" y="752981"/>
                  <a:pt x="10152686" y="959733"/>
                  <a:pt x="10216468" y="1072909"/>
                </a:cubicBezTo>
                <a:cubicBezTo>
                  <a:pt x="10280250" y="1186085"/>
                  <a:pt x="10177622" y="1428852"/>
                  <a:pt x="10216468" y="1609363"/>
                </a:cubicBezTo>
                <a:cubicBezTo>
                  <a:pt x="10255314" y="1789874"/>
                  <a:pt x="10155710" y="2161293"/>
                  <a:pt x="10216468" y="2554545"/>
                </a:cubicBezTo>
                <a:cubicBezTo>
                  <a:pt x="10010496" y="2580594"/>
                  <a:pt x="9897000" y="2532750"/>
                  <a:pt x="9751051" y="2554545"/>
                </a:cubicBezTo>
                <a:cubicBezTo>
                  <a:pt x="9605102" y="2576340"/>
                  <a:pt x="9346493" y="2534668"/>
                  <a:pt x="9183470" y="2554545"/>
                </a:cubicBezTo>
                <a:cubicBezTo>
                  <a:pt x="9020447" y="2574422"/>
                  <a:pt x="9051163" y="2545087"/>
                  <a:pt x="8922382" y="2554545"/>
                </a:cubicBezTo>
                <a:cubicBezTo>
                  <a:pt x="8793601" y="2564003"/>
                  <a:pt x="8461539" y="2551941"/>
                  <a:pt x="8150471" y="2554545"/>
                </a:cubicBezTo>
                <a:cubicBezTo>
                  <a:pt x="7839403" y="2557149"/>
                  <a:pt x="7861403" y="2552650"/>
                  <a:pt x="7582890" y="2554545"/>
                </a:cubicBezTo>
                <a:cubicBezTo>
                  <a:pt x="7304377" y="2556440"/>
                  <a:pt x="7233927" y="2541829"/>
                  <a:pt x="7117473" y="2554545"/>
                </a:cubicBezTo>
                <a:cubicBezTo>
                  <a:pt x="7001019" y="2567261"/>
                  <a:pt x="6756063" y="2526924"/>
                  <a:pt x="6652056" y="2554545"/>
                </a:cubicBezTo>
                <a:cubicBezTo>
                  <a:pt x="6548049" y="2582166"/>
                  <a:pt x="6316831" y="2532540"/>
                  <a:pt x="5982310" y="2554545"/>
                </a:cubicBezTo>
                <a:cubicBezTo>
                  <a:pt x="5647789" y="2576550"/>
                  <a:pt x="5686416" y="2535064"/>
                  <a:pt x="5414728" y="2554545"/>
                </a:cubicBezTo>
                <a:cubicBezTo>
                  <a:pt x="5143040" y="2574026"/>
                  <a:pt x="5143442" y="2535853"/>
                  <a:pt x="5051476" y="2554545"/>
                </a:cubicBezTo>
                <a:cubicBezTo>
                  <a:pt x="4959510" y="2573237"/>
                  <a:pt x="4715968" y="2501085"/>
                  <a:pt x="4586059" y="2554545"/>
                </a:cubicBezTo>
                <a:cubicBezTo>
                  <a:pt x="4456150" y="2608005"/>
                  <a:pt x="4128718" y="2514886"/>
                  <a:pt x="3814148" y="2554545"/>
                </a:cubicBezTo>
                <a:cubicBezTo>
                  <a:pt x="3499578" y="2594204"/>
                  <a:pt x="3288411" y="2548259"/>
                  <a:pt x="3144402" y="2554545"/>
                </a:cubicBezTo>
                <a:cubicBezTo>
                  <a:pt x="3000393" y="2560831"/>
                  <a:pt x="2667448" y="2482041"/>
                  <a:pt x="2474656" y="2554545"/>
                </a:cubicBezTo>
                <a:cubicBezTo>
                  <a:pt x="2281864" y="2627049"/>
                  <a:pt x="2133786" y="2548329"/>
                  <a:pt x="1907074" y="2554545"/>
                </a:cubicBezTo>
                <a:cubicBezTo>
                  <a:pt x="1680362" y="2560761"/>
                  <a:pt x="1612224" y="2494659"/>
                  <a:pt x="1339492" y="2554545"/>
                </a:cubicBezTo>
                <a:cubicBezTo>
                  <a:pt x="1066760" y="2614431"/>
                  <a:pt x="1064384" y="2522678"/>
                  <a:pt x="976240" y="2554545"/>
                </a:cubicBezTo>
                <a:cubicBezTo>
                  <a:pt x="888096" y="2586412"/>
                  <a:pt x="690485" y="2544783"/>
                  <a:pt x="612988" y="2554545"/>
                </a:cubicBezTo>
                <a:cubicBezTo>
                  <a:pt x="535491" y="2564307"/>
                  <a:pt x="254873" y="2553526"/>
                  <a:pt x="0" y="2554545"/>
                </a:cubicBezTo>
                <a:cubicBezTo>
                  <a:pt x="-49839" y="2361957"/>
                  <a:pt x="16656" y="2121510"/>
                  <a:pt x="0" y="1992545"/>
                </a:cubicBezTo>
                <a:cubicBezTo>
                  <a:pt x="-16656" y="1863580"/>
                  <a:pt x="4169" y="1718893"/>
                  <a:pt x="0" y="1481636"/>
                </a:cubicBezTo>
                <a:cubicBezTo>
                  <a:pt x="-4169" y="1244379"/>
                  <a:pt x="8593" y="1144427"/>
                  <a:pt x="0" y="1047363"/>
                </a:cubicBezTo>
                <a:cubicBezTo>
                  <a:pt x="-8593" y="950299"/>
                  <a:pt x="61343" y="738252"/>
                  <a:pt x="0" y="485364"/>
                </a:cubicBezTo>
                <a:cubicBezTo>
                  <a:pt x="-61343" y="232476"/>
                  <a:pt x="9620" y="162666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const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changeColorButton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changeColor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changeColorButton.addEventListener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("click",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onChangeColor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onChangeColor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list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itemList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secondItem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list.children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[1];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secondItem.style.backgroundColor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lightblue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A2EA7A-F076-EDFD-2BD6-73BB54506A08}"/>
              </a:ext>
            </a:extLst>
          </p:cNvPr>
          <p:cNvSpPr txBox="1"/>
          <p:nvPr/>
        </p:nvSpPr>
        <p:spPr>
          <a:xfrm>
            <a:off x="657401" y="1695843"/>
            <a:ext cx="4735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1 - select the button from the DOM, using the ID</a:t>
            </a:r>
            <a:endParaRPr lang="en-US" sz="1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B10F18D-0F6D-2253-BC4D-6B5D6F3FF229}"/>
              </a:ext>
            </a:extLst>
          </p:cNvPr>
          <p:cNvCxnSpPr>
            <a:cxnSpLocks/>
          </p:cNvCxnSpPr>
          <p:nvPr/>
        </p:nvCxnSpPr>
        <p:spPr>
          <a:xfrm>
            <a:off x="4407096" y="2095953"/>
            <a:ext cx="1207056" cy="7958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EC50BC4-8229-615C-5F0D-ABE3597DBA4C}"/>
              </a:ext>
            </a:extLst>
          </p:cNvPr>
          <p:cNvCxnSpPr>
            <a:cxnSpLocks/>
          </p:cNvCxnSpPr>
          <p:nvPr/>
        </p:nvCxnSpPr>
        <p:spPr>
          <a:xfrm flipH="1">
            <a:off x="8461085" y="1378962"/>
            <a:ext cx="902762" cy="21051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138C58F-B897-B39C-987C-47896730212A}"/>
              </a:ext>
            </a:extLst>
          </p:cNvPr>
          <p:cNvSpPr txBox="1"/>
          <p:nvPr/>
        </p:nvSpPr>
        <p:spPr>
          <a:xfrm>
            <a:off x="7514771" y="671076"/>
            <a:ext cx="42708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2 - Tell the browser  “When this button is clicked, run this function:</a:t>
            </a:r>
            <a:endParaRPr lang="en-US" sz="1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7F88EB-4B9F-D41D-6D2B-F2EFB27521D8}"/>
              </a:ext>
            </a:extLst>
          </p:cNvPr>
          <p:cNvCxnSpPr>
            <a:cxnSpLocks/>
          </p:cNvCxnSpPr>
          <p:nvPr/>
        </p:nvCxnSpPr>
        <p:spPr>
          <a:xfrm flipH="1" flipV="1">
            <a:off x="7051197" y="4500143"/>
            <a:ext cx="972829" cy="4045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8879AD-7FC8-098A-7F49-3A40BD810C4B}"/>
              </a:ext>
            </a:extLst>
          </p:cNvPr>
          <p:cNvSpPr txBox="1"/>
          <p:nvPr/>
        </p:nvSpPr>
        <p:spPr>
          <a:xfrm>
            <a:off x="7921171" y="4904662"/>
            <a:ext cx="4270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the list and get the 2</a:t>
            </a:r>
            <a:r>
              <a:rPr lang="en-US" sz="1800" baseline="30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sz="18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element</a:t>
            </a:r>
            <a:endParaRPr lang="en-US" sz="1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7D90CF-8BBB-A9D2-6F92-617C14F3CAA5}"/>
              </a:ext>
            </a:extLst>
          </p:cNvPr>
          <p:cNvCxnSpPr>
            <a:cxnSpLocks/>
          </p:cNvCxnSpPr>
          <p:nvPr/>
        </p:nvCxnSpPr>
        <p:spPr>
          <a:xfrm flipH="1" flipV="1">
            <a:off x="3434267" y="5162157"/>
            <a:ext cx="836563" cy="7296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28EA5F9-88A1-8C0A-BBB9-66E298AE30B6}"/>
              </a:ext>
            </a:extLst>
          </p:cNvPr>
          <p:cNvSpPr txBox="1"/>
          <p:nvPr/>
        </p:nvSpPr>
        <p:spPr>
          <a:xfrm>
            <a:off x="2780368" y="5891787"/>
            <a:ext cx="65834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style is an object representing inline CSS.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Changing a property immediately updates the UI.</a:t>
            </a:r>
            <a:endParaRPr lang="en-US" sz="18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99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6" grpId="0"/>
      <p:bldP spid="9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D7851-5F61-1194-474E-75102D24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6;p51">
            <a:extLst>
              <a:ext uri="{FF2B5EF4-FFF2-40B4-BE49-F238E27FC236}">
                <a16:creationId xmlns:a16="http://schemas.microsoft.com/office/drawing/2014/main" id="{023313B0-749E-B4D6-5BB9-254688143D03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D5C2A2B5-F6E4-B3C1-1CF7-0C0EEBC49322}"/>
              </a:ext>
            </a:extLst>
          </p:cNvPr>
          <p:cNvSpPr txBox="1"/>
          <p:nvPr/>
        </p:nvSpPr>
        <p:spPr>
          <a:xfrm>
            <a:off x="3982836" y="189861"/>
            <a:ext cx="388409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8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Case 3</a:t>
            </a:r>
            <a:endParaRPr sz="48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51D878-75E0-42BB-628D-4B2C8D031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09" y="2240191"/>
            <a:ext cx="5847924" cy="2716323"/>
          </a:xfrm>
          <a:prstGeom prst="rect">
            <a:avLst/>
          </a:prstGeom>
        </p:spPr>
      </p:pic>
      <p:sp>
        <p:nvSpPr>
          <p:cNvPr id="5" name="Google Shape;133;p4">
            <a:extLst>
              <a:ext uri="{FF2B5EF4-FFF2-40B4-BE49-F238E27FC236}">
                <a16:creationId xmlns:a16="http://schemas.microsoft.com/office/drawing/2014/main" id="{31D1F363-B94F-3847-64D4-36A4C8EEB7C8}"/>
              </a:ext>
            </a:extLst>
          </p:cNvPr>
          <p:cNvSpPr txBox="1"/>
          <p:nvPr/>
        </p:nvSpPr>
        <p:spPr>
          <a:xfrm>
            <a:off x="609735" y="1142876"/>
            <a:ext cx="1221501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clicking the "Change title" button, change the text of the &lt;h2&gt;  to "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Updated Items List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ABDFE0-C82D-91AE-0FA0-09617F5330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817"/>
          <a:stretch/>
        </p:blipFill>
        <p:spPr>
          <a:xfrm>
            <a:off x="327368" y="2320696"/>
            <a:ext cx="5560479" cy="26683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250884-9CAA-9136-29CC-711813E77DFB}"/>
              </a:ext>
            </a:extLst>
          </p:cNvPr>
          <p:cNvSpPr/>
          <p:nvPr/>
        </p:nvSpPr>
        <p:spPr>
          <a:xfrm>
            <a:off x="2246501" y="4345211"/>
            <a:ext cx="1145893" cy="509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13FD259-A974-3BB0-CDD3-B12947DCC940}"/>
              </a:ext>
            </a:extLst>
          </p:cNvPr>
          <p:cNvSpPr/>
          <p:nvPr/>
        </p:nvSpPr>
        <p:spPr>
          <a:xfrm>
            <a:off x="5319951" y="3536821"/>
            <a:ext cx="978408" cy="48463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733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8A044-E642-3F9B-8617-B4596F73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F44526AC-8006-DCC1-CEDB-2F96AD8C1397}"/>
              </a:ext>
            </a:extLst>
          </p:cNvPr>
          <p:cNvSpPr txBox="1"/>
          <p:nvPr/>
        </p:nvSpPr>
        <p:spPr>
          <a:xfrm>
            <a:off x="25801" y="455632"/>
            <a:ext cx="70253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a text </a:t>
            </a:r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upon click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Google Shape;166;p51">
            <a:extLst>
              <a:ext uri="{FF2B5EF4-FFF2-40B4-BE49-F238E27FC236}">
                <a16:creationId xmlns:a16="http://schemas.microsoft.com/office/drawing/2014/main" id="{ED94A5D8-AEB4-AEBB-E41F-2D49E98CE98D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1A715B-B16B-C650-1A93-9C5FCBBA2F12}"/>
              </a:ext>
            </a:extLst>
          </p:cNvPr>
          <p:cNvSpPr txBox="1"/>
          <p:nvPr/>
        </p:nvSpPr>
        <p:spPr>
          <a:xfrm>
            <a:off x="190274" y="2924493"/>
            <a:ext cx="12204925" cy="1631216"/>
          </a:xfrm>
          <a:custGeom>
            <a:avLst/>
            <a:gdLst>
              <a:gd name="connsiteX0" fmla="*/ 0 w 12204925"/>
              <a:gd name="connsiteY0" fmla="*/ 0 h 1631216"/>
              <a:gd name="connsiteX1" fmla="*/ 825285 w 12204925"/>
              <a:gd name="connsiteY1" fmla="*/ 0 h 1631216"/>
              <a:gd name="connsiteX2" fmla="*/ 1528522 w 12204925"/>
              <a:gd name="connsiteY2" fmla="*/ 0 h 1631216"/>
              <a:gd name="connsiteX3" fmla="*/ 2353807 w 12204925"/>
              <a:gd name="connsiteY3" fmla="*/ 0 h 1631216"/>
              <a:gd name="connsiteX4" fmla="*/ 2812945 w 12204925"/>
              <a:gd name="connsiteY4" fmla="*/ 0 h 1631216"/>
              <a:gd name="connsiteX5" fmla="*/ 3394132 w 12204925"/>
              <a:gd name="connsiteY5" fmla="*/ 0 h 1631216"/>
              <a:gd name="connsiteX6" fmla="*/ 3731220 w 12204925"/>
              <a:gd name="connsiteY6" fmla="*/ 0 h 1631216"/>
              <a:gd name="connsiteX7" fmla="*/ 4434456 w 12204925"/>
              <a:gd name="connsiteY7" fmla="*/ 0 h 1631216"/>
              <a:gd name="connsiteX8" fmla="*/ 5015643 w 12204925"/>
              <a:gd name="connsiteY8" fmla="*/ 0 h 1631216"/>
              <a:gd name="connsiteX9" fmla="*/ 5840928 w 12204925"/>
              <a:gd name="connsiteY9" fmla="*/ 0 h 1631216"/>
              <a:gd name="connsiteX10" fmla="*/ 6544165 w 12204925"/>
              <a:gd name="connsiteY10" fmla="*/ 0 h 1631216"/>
              <a:gd name="connsiteX11" fmla="*/ 7247401 w 12204925"/>
              <a:gd name="connsiteY11" fmla="*/ 0 h 1631216"/>
              <a:gd name="connsiteX12" fmla="*/ 8072686 w 12204925"/>
              <a:gd name="connsiteY12" fmla="*/ 0 h 1631216"/>
              <a:gd name="connsiteX13" fmla="*/ 8409775 w 12204925"/>
              <a:gd name="connsiteY13" fmla="*/ 0 h 1631216"/>
              <a:gd name="connsiteX14" fmla="*/ 8624814 w 12204925"/>
              <a:gd name="connsiteY14" fmla="*/ 0 h 1631216"/>
              <a:gd name="connsiteX15" fmla="*/ 9328050 w 12204925"/>
              <a:gd name="connsiteY15" fmla="*/ 0 h 1631216"/>
              <a:gd name="connsiteX16" fmla="*/ 9909237 w 12204925"/>
              <a:gd name="connsiteY16" fmla="*/ 0 h 1631216"/>
              <a:gd name="connsiteX17" fmla="*/ 10734522 w 12204925"/>
              <a:gd name="connsiteY17" fmla="*/ 0 h 1631216"/>
              <a:gd name="connsiteX18" fmla="*/ 11437758 w 12204925"/>
              <a:gd name="connsiteY18" fmla="*/ 0 h 1631216"/>
              <a:gd name="connsiteX19" fmla="*/ 12204925 w 12204925"/>
              <a:gd name="connsiteY19" fmla="*/ 0 h 1631216"/>
              <a:gd name="connsiteX20" fmla="*/ 12204925 w 12204925"/>
              <a:gd name="connsiteY20" fmla="*/ 560051 h 1631216"/>
              <a:gd name="connsiteX21" fmla="*/ 12204925 w 12204925"/>
              <a:gd name="connsiteY21" fmla="*/ 1136414 h 1631216"/>
              <a:gd name="connsiteX22" fmla="*/ 12204925 w 12204925"/>
              <a:gd name="connsiteY22" fmla="*/ 1631216 h 1631216"/>
              <a:gd name="connsiteX23" fmla="*/ 11867837 w 12204925"/>
              <a:gd name="connsiteY23" fmla="*/ 1631216 h 1631216"/>
              <a:gd name="connsiteX24" fmla="*/ 11652797 w 12204925"/>
              <a:gd name="connsiteY24" fmla="*/ 1631216 h 1631216"/>
              <a:gd name="connsiteX25" fmla="*/ 10827512 w 12204925"/>
              <a:gd name="connsiteY25" fmla="*/ 1631216 h 1631216"/>
              <a:gd name="connsiteX26" fmla="*/ 10246325 w 12204925"/>
              <a:gd name="connsiteY26" fmla="*/ 1631216 h 1631216"/>
              <a:gd name="connsiteX27" fmla="*/ 9787187 w 12204925"/>
              <a:gd name="connsiteY27" fmla="*/ 1631216 h 1631216"/>
              <a:gd name="connsiteX28" fmla="*/ 9328050 w 12204925"/>
              <a:gd name="connsiteY28" fmla="*/ 1631216 h 1631216"/>
              <a:gd name="connsiteX29" fmla="*/ 8624814 w 12204925"/>
              <a:gd name="connsiteY29" fmla="*/ 1631216 h 1631216"/>
              <a:gd name="connsiteX30" fmla="*/ 8043627 w 12204925"/>
              <a:gd name="connsiteY30" fmla="*/ 1631216 h 1631216"/>
              <a:gd name="connsiteX31" fmla="*/ 7706538 w 12204925"/>
              <a:gd name="connsiteY31" fmla="*/ 1631216 h 1631216"/>
              <a:gd name="connsiteX32" fmla="*/ 7247401 w 12204925"/>
              <a:gd name="connsiteY32" fmla="*/ 1631216 h 1631216"/>
              <a:gd name="connsiteX33" fmla="*/ 6422115 w 12204925"/>
              <a:gd name="connsiteY33" fmla="*/ 1631216 h 1631216"/>
              <a:gd name="connsiteX34" fmla="*/ 5718879 w 12204925"/>
              <a:gd name="connsiteY34" fmla="*/ 1631216 h 1631216"/>
              <a:gd name="connsiteX35" fmla="*/ 5015643 w 12204925"/>
              <a:gd name="connsiteY35" fmla="*/ 1631216 h 1631216"/>
              <a:gd name="connsiteX36" fmla="*/ 4434456 w 12204925"/>
              <a:gd name="connsiteY36" fmla="*/ 1631216 h 1631216"/>
              <a:gd name="connsiteX37" fmla="*/ 3853269 w 12204925"/>
              <a:gd name="connsiteY37" fmla="*/ 1631216 h 1631216"/>
              <a:gd name="connsiteX38" fmla="*/ 3516181 w 12204925"/>
              <a:gd name="connsiteY38" fmla="*/ 1631216 h 1631216"/>
              <a:gd name="connsiteX39" fmla="*/ 3179092 w 12204925"/>
              <a:gd name="connsiteY39" fmla="*/ 1631216 h 1631216"/>
              <a:gd name="connsiteX40" fmla="*/ 2964053 w 12204925"/>
              <a:gd name="connsiteY40" fmla="*/ 1631216 h 1631216"/>
              <a:gd name="connsiteX41" fmla="*/ 2138768 w 12204925"/>
              <a:gd name="connsiteY41" fmla="*/ 1631216 h 1631216"/>
              <a:gd name="connsiteX42" fmla="*/ 1435532 w 12204925"/>
              <a:gd name="connsiteY42" fmla="*/ 1631216 h 1631216"/>
              <a:gd name="connsiteX43" fmla="*/ 976394 w 12204925"/>
              <a:gd name="connsiteY43" fmla="*/ 1631216 h 1631216"/>
              <a:gd name="connsiteX44" fmla="*/ 0 w 12204925"/>
              <a:gd name="connsiteY44" fmla="*/ 1631216 h 1631216"/>
              <a:gd name="connsiteX45" fmla="*/ 0 w 12204925"/>
              <a:gd name="connsiteY45" fmla="*/ 1120102 h 1631216"/>
              <a:gd name="connsiteX46" fmla="*/ 0 w 12204925"/>
              <a:gd name="connsiteY46" fmla="*/ 543739 h 1631216"/>
              <a:gd name="connsiteX47" fmla="*/ 0 w 12204925"/>
              <a:gd name="connsiteY47" fmla="*/ 0 h 1631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204925" h="1631216" extrusionOk="0">
                <a:moveTo>
                  <a:pt x="0" y="0"/>
                </a:moveTo>
                <a:cubicBezTo>
                  <a:pt x="176748" y="-93919"/>
                  <a:pt x="499568" y="98864"/>
                  <a:pt x="825285" y="0"/>
                </a:cubicBezTo>
                <a:cubicBezTo>
                  <a:pt x="1151002" y="-98864"/>
                  <a:pt x="1236099" y="31913"/>
                  <a:pt x="1528522" y="0"/>
                </a:cubicBezTo>
                <a:cubicBezTo>
                  <a:pt x="1820945" y="-31913"/>
                  <a:pt x="1947391" y="13563"/>
                  <a:pt x="2353807" y="0"/>
                </a:cubicBezTo>
                <a:cubicBezTo>
                  <a:pt x="2760223" y="-13563"/>
                  <a:pt x="2662531" y="12531"/>
                  <a:pt x="2812945" y="0"/>
                </a:cubicBezTo>
                <a:cubicBezTo>
                  <a:pt x="2963359" y="-12531"/>
                  <a:pt x="3211487" y="6317"/>
                  <a:pt x="3394132" y="0"/>
                </a:cubicBezTo>
                <a:cubicBezTo>
                  <a:pt x="3576777" y="-6317"/>
                  <a:pt x="3642038" y="8472"/>
                  <a:pt x="3731220" y="0"/>
                </a:cubicBezTo>
                <a:cubicBezTo>
                  <a:pt x="3820402" y="-8472"/>
                  <a:pt x="4183739" y="58609"/>
                  <a:pt x="4434456" y="0"/>
                </a:cubicBezTo>
                <a:cubicBezTo>
                  <a:pt x="4685173" y="-58609"/>
                  <a:pt x="4869889" y="69398"/>
                  <a:pt x="5015643" y="0"/>
                </a:cubicBezTo>
                <a:cubicBezTo>
                  <a:pt x="5161397" y="-69398"/>
                  <a:pt x="5518193" y="36665"/>
                  <a:pt x="5840928" y="0"/>
                </a:cubicBezTo>
                <a:cubicBezTo>
                  <a:pt x="6163663" y="-36665"/>
                  <a:pt x="6216094" y="38689"/>
                  <a:pt x="6544165" y="0"/>
                </a:cubicBezTo>
                <a:cubicBezTo>
                  <a:pt x="6872236" y="-38689"/>
                  <a:pt x="7101487" y="65889"/>
                  <a:pt x="7247401" y="0"/>
                </a:cubicBezTo>
                <a:cubicBezTo>
                  <a:pt x="7393315" y="-65889"/>
                  <a:pt x="7711322" y="54573"/>
                  <a:pt x="8072686" y="0"/>
                </a:cubicBezTo>
                <a:cubicBezTo>
                  <a:pt x="8434051" y="-54573"/>
                  <a:pt x="8285177" y="12484"/>
                  <a:pt x="8409775" y="0"/>
                </a:cubicBezTo>
                <a:cubicBezTo>
                  <a:pt x="8534373" y="-12484"/>
                  <a:pt x="8556494" y="16692"/>
                  <a:pt x="8624814" y="0"/>
                </a:cubicBezTo>
                <a:cubicBezTo>
                  <a:pt x="8693134" y="-16692"/>
                  <a:pt x="9074514" y="61330"/>
                  <a:pt x="9328050" y="0"/>
                </a:cubicBezTo>
                <a:cubicBezTo>
                  <a:pt x="9581586" y="-61330"/>
                  <a:pt x="9666064" y="37860"/>
                  <a:pt x="9909237" y="0"/>
                </a:cubicBezTo>
                <a:cubicBezTo>
                  <a:pt x="10152410" y="-37860"/>
                  <a:pt x="10464809" y="10643"/>
                  <a:pt x="10734522" y="0"/>
                </a:cubicBezTo>
                <a:cubicBezTo>
                  <a:pt x="11004235" y="-10643"/>
                  <a:pt x="11097922" y="54791"/>
                  <a:pt x="11437758" y="0"/>
                </a:cubicBezTo>
                <a:cubicBezTo>
                  <a:pt x="11777594" y="-54791"/>
                  <a:pt x="11838630" y="15508"/>
                  <a:pt x="12204925" y="0"/>
                </a:cubicBezTo>
                <a:cubicBezTo>
                  <a:pt x="12205099" y="264078"/>
                  <a:pt x="12166102" y="419054"/>
                  <a:pt x="12204925" y="560051"/>
                </a:cubicBezTo>
                <a:cubicBezTo>
                  <a:pt x="12243748" y="701048"/>
                  <a:pt x="12179346" y="861675"/>
                  <a:pt x="12204925" y="1136414"/>
                </a:cubicBezTo>
                <a:cubicBezTo>
                  <a:pt x="12230504" y="1411153"/>
                  <a:pt x="12185683" y="1405969"/>
                  <a:pt x="12204925" y="1631216"/>
                </a:cubicBezTo>
                <a:cubicBezTo>
                  <a:pt x="12136465" y="1652746"/>
                  <a:pt x="11960107" y="1605442"/>
                  <a:pt x="11867837" y="1631216"/>
                </a:cubicBezTo>
                <a:cubicBezTo>
                  <a:pt x="11775567" y="1656990"/>
                  <a:pt x="11724900" y="1612861"/>
                  <a:pt x="11652797" y="1631216"/>
                </a:cubicBezTo>
                <a:cubicBezTo>
                  <a:pt x="11580694" y="1649571"/>
                  <a:pt x="11185409" y="1586095"/>
                  <a:pt x="10827512" y="1631216"/>
                </a:cubicBezTo>
                <a:cubicBezTo>
                  <a:pt x="10469616" y="1676337"/>
                  <a:pt x="10528240" y="1601960"/>
                  <a:pt x="10246325" y="1631216"/>
                </a:cubicBezTo>
                <a:cubicBezTo>
                  <a:pt x="9964410" y="1660472"/>
                  <a:pt x="9928543" y="1606206"/>
                  <a:pt x="9787187" y="1631216"/>
                </a:cubicBezTo>
                <a:cubicBezTo>
                  <a:pt x="9645831" y="1656226"/>
                  <a:pt x="9431191" y="1588133"/>
                  <a:pt x="9328050" y="1631216"/>
                </a:cubicBezTo>
                <a:cubicBezTo>
                  <a:pt x="9224909" y="1674299"/>
                  <a:pt x="8967036" y="1605973"/>
                  <a:pt x="8624814" y="1631216"/>
                </a:cubicBezTo>
                <a:cubicBezTo>
                  <a:pt x="8282592" y="1656459"/>
                  <a:pt x="8230898" y="1598577"/>
                  <a:pt x="8043627" y="1631216"/>
                </a:cubicBezTo>
                <a:cubicBezTo>
                  <a:pt x="7856356" y="1663855"/>
                  <a:pt x="7808577" y="1620762"/>
                  <a:pt x="7706538" y="1631216"/>
                </a:cubicBezTo>
                <a:cubicBezTo>
                  <a:pt x="7604499" y="1641670"/>
                  <a:pt x="7449761" y="1622377"/>
                  <a:pt x="7247401" y="1631216"/>
                </a:cubicBezTo>
                <a:cubicBezTo>
                  <a:pt x="7045041" y="1640055"/>
                  <a:pt x="6725723" y="1578256"/>
                  <a:pt x="6422115" y="1631216"/>
                </a:cubicBezTo>
                <a:cubicBezTo>
                  <a:pt x="6118507" y="1684176"/>
                  <a:pt x="6043501" y="1625667"/>
                  <a:pt x="5718879" y="1631216"/>
                </a:cubicBezTo>
                <a:cubicBezTo>
                  <a:pt x="5394257" y="1636765"/>
                  <a:pt x="5315983" y="1588639"/>
                  <a:pt x="5015643" y="1631216"/>
                </a:cubicBezTo>
                <a:cubicBezTo>
                  <a:pt x="4715303" y="1673793"/>
                  <a:pt x="4645872" y="1618170"/>
                  <a:pt x="4434456" y="1631216"/>
                </a:cubicBezTo>
                <a:cubicBezTo>
                  <a:pt x="4223040" y="1644262"/>
                  <a:pt x="4027140" y="1588442"/>
                  <a:pt x="3853269" y="1631216"/>
                </a:cubicBezTo>
                <a:cubicBezTo>
                  <a:pt x="3679398" y="1673990"/>
                  <a:pt x="3637859" y="1594626"/>
                  <a:pt x="3516181" y="1631216"/>
                </a:cubicBezTo>
                <a:cubicBezTo>
                  <a:pt x="3394503" y="1667806"/>
                  <a:pt x="3277358" y="1602901"/>
                  <a:pt x="3179092" y="1631216"/>
                </a:cubicBezTo>
                <a:cubicBezTo>
                  <a:pt x="3080826" y="1659531"/>
                  <a:pt x="3021206" y="1607752"/>
                  <a:pt x="2964053" y="1631216"/>
                </a:cubicBezTo>
                <a:cubicBezTo>
                  <a:pt x="2906900" y="1654680"/>
                  <a:pt x="2326785" y="1579471"/>
                  <a:pt x="2138768" y="1631216"/>
                </a:cubicBezTo>
                <a:cubicBezTo>
                  <a:pt x="1950751" y="1682961"/>
                  <a:pt x="1677516" y="1622827"/>
                  <a:pt x="1435532" y="1631216"/>
                </a:cubicBezTo>
                <a:cubicBezTo>
                  <a:pt x="1193548" y="1639605"/>
                  <a:pt x="1149762" y="1586412"/>
                  <a:pt x="976394" y="1631216"/>
                </a:cubicBezTo>
                <a:cubicBezTo>
                  <a:pt x="803026" y="1676020"/>
                  <a:pt x="440946" y="1598755"/>
                  <a:pt x="0" y="1631216"/>
                </a:cubicBezTo>
                <a:cubicBezTo>
                  <a:pt x="-7822" y="1384164"/>
                  <a:pt x="559" y="1297185"/>
                  <a:pt x="0" y="1120102"/>
                </a:cubicBezTo>
                <a:cubicBezTo>
                  <a:pt x="-559" y="943019"/>
                  <a:pt x="3641" y="744747"/>
                  <a:pt x="0" y="543739"/>
                </a:cubicBezTo>
                <a:cubicBezTo>
                  <a:pt x="-3641" y="342731"/>
                  <a:pt x="19311" y="13419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onChangeTitle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const title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containerTitle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title.textContent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"Updated Items List";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71C46A-1CEA-8C1D-768C-F31E141AC2C5}"/>
              </a:ext>
            </a:extLst>
          </p:cNvPr>
          <p:cNvSpPr txBox="1"/>
          <p:nvPr/>
        </p:nvSpPr>
        <p:spPr>
          <a:xfrm>
            <a:off x="5854735" y="1751618"/>
            <a:ext cx="45480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the title form the element ID in HTML</a:t>
            </a:r>
            <a:endParaRPr lang="en-US" sz="20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67AA4C-60A2-5952-3800-58A9F0760C16}"/>
              </a:ext>
            </a:extLst>
          </p:cNvPr>
          <p:cNvCxnSpPr>
            <a:cxnSpLocks/>
          </p:cNvCxnSpPr>
          <p:nvPr/>
        </p:nvCxnSpPr>
        <p:spPr>
          <a:xfrm flipH="1">
            <a:off x="6980254" y="2151728"/>
            <a:ext cx="523632" cy="13947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451290F-DFF6-CA10-1DF3-603057DE4D30}"/>
              </a:ext>
            </a:extLst>
          </p:cNvPr>
          <p:cNvSpPr txBox="1"/>
          <p:nvPr/>
        </p:nvSpPr>
        <p:spPr>
          <a:xfrm>
            <a:off x="2575291" y="5152440"/>
            <a:ext cx="42708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the </a:t>
            </a:r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 text</a:t>
            </a:r>
            <a:endParaRPr lang="en-US" sz="2000" b="1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D690DE-8F0A-AC19-D396-75025682B6D0}"/>
              </a:ext>
            </a:extLst>
          </p:cNvPr>
          <p:cNvCxnSpPr>
            <a:cxnSpLocks/>
          </p:cNvCxnSpPr>
          <p:nvPr/>
        </p:nvCxnSpPr>
        <p:spPr>
          <a:xfrm flipH="1" flipV="1">
            <a:off x="2157010" y="4365371"/>
            <a:ext cx="836563" cy="7296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317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5710-D702-5065-6751-4F1B8669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6;p51">
            <a:extLst>
              <a:ext uri="{FF2B5EF4-FFF2-40B4-BE49-F238E27FC236}">
                <a16:creationId xmlns:a16="http://schemas.microsoft.com/office/drawing/2014/main" id="{50BFE523-CF4F-D8D8-6379-881BE3C41473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0366DB78-240E-022B-EFCD-2F74B566A3BF}"/>
              </a:ext>
            </a:extLst>
          </p:cNvPr>
          <p:cNvSpPr txBox="1"/>
          <p:nvPr/>
        </p:nvSpPr>
        <p:spPr>
          <a:xfrm>
            <a:off x="3982836" y="189861"/>
            <a:ext cx="388409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8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Case 4</a:t>
            </a:r>
            <a:endParaRPr sz="48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33;p4">
            <a:extLst>
              <a:ext uri="{FF2B5EF4-FFF2-40B4-BE49-F238E27FC236}">
                <a16:creationId xmlns:a16="http://schemas.microsoft.com/office/drawing/2014/main" id="{ED616591-D7EA-025F-78D3-4C2AD7BE9151}"/>
              </a:ext>
            </a:extLst>
          </p:cNvPr>
          <p:cNvSpPr txBox="1"/>
          <p:nvPr/>
        </p:nvSpPr>
        <p:spPr>
          <a:xfrm>
            <a:off x="609735" y="1020818"/>
            <a:ext cx="1102981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600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clicking the “Show/Hide" button,  the DIV containing the actions button is displayed / hidden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E49CDE5-A3AD-3A30-9359-F5F8215C86FB}"/>
              </a:ext>
            </a:extLst>
          </p:cNvPr>
          <p:cNvSpPr/>
          <p:nvPr/>
        </p:nvSpPr>
        <p:spPr>
          <a:xfrm>
            <a:off x="5924882" y="3602678"/>
            <a:ext cx="978408" cy="48463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5D2AFB-1A5D-DBEE-0D01-4F4FAC5F1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930" y="1580995"/>
            <a:ext cx="4182024" cy="46828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2B4836-3307-4A59-35D9-DA9BB9F03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290" y="1580995"/>
            <a:ext cx="3439110" cy="35225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579ECC-E7AD-9076-F6AE-3F7844CEA852}"/>
              </a:ext>
            </a:extLst>
          </p:cNvPr>
          <p:cNvSpPr/>
          <p:nvPr/>
        </p:nvSpPr>
        <p:spPr>
          <a:xfrm>
            <a:off x="1849600" y="4105825"/>
            <a:ext cx="1909600" cy="509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448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6A614-1229-B5A0-D961-EDE78B92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9CAB39F1-C093-F6BF-BD54-B349469FC3CF}"/>
              </a:ext>
            </a:extLst>
          </p:cNvPr>
          <p:cNvSpPr txBox="1"/>
          <p:nvPr/>
        </p:nvSpPr>
        <p:spPr>
          <a:xfrm>
            <a:off x="25801" y="455632"/>
            <a:ext cx="395111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 / Hide 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Google Shape;166;p51">
            <a:extLst>
              <a:ext uri="{FF2B5EF4-FFF2-40B4-BE49-F238E27FC236}">
                <a16:creationId xmlns:a16="http://schemas.microsoft.com/office/drawing/2014/main" id="{F6CAF3B5-763B-2D37-D097-74C43A871B5B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323E0D-47E8-01BD-BEAC-88BB09F68FAA}"/>
              </a:ext>
            </a:extLst>
          </p:cNvPr>
          <p:cNvSpPr txBox="1"/>
          <p:nvPr/>
        </p:nvSpPr>
        <p:spPr>
          <a:xfrm>
            <a:off x="291874" y="1690062"/>
            <a:ext cx="6123437" cy="3139321"/>
          </a:xfrm>
          <a:custGeom>
            <a:avLst/>
            <a:gdLst>
              <a:gd name="connsiteX0" fmla="*/ 0 w 6123437"/>
              <a:gd name="connsiteY0" fmla="*/ 0 h 3139321"/>
              <a:gd name="connsiteX1" fmla="*/ 679145 w 6123437"/>
              <a:gd name="connsiteY1" fmla="*/ 0 h 3139321"/>
              <a:gd name="connsiteX2" fmla="*/ 1297055 w 6123437"/>
              <a:gd name="connsiteY2" fmla="*/ 0 h 3139321"/>
              <a:gd name="connsiteX3" fmla="*/ 1976200 w 6123437"/>
              <a:gd name="connsiteY3" fmla="*/ 0 h 3139321"/>
              <a:gd name="connsiteX4" fmla="*/ 2471642 w 6123437"/>
              <a:gd name="connsiteY4" fmla="*/ 0 h 3139321"/>
              <a:gd name="connsiteX5" fmla="*/ 3028318 w 6123437"/>
              <a:gd name="connsiteY5" fmla="*/ 0 h 3139321"/>
              <a:gd name="connsiteX6" fmla="*/ 3462525 w 6123437"/>
              <a:gd name="connsiteY6" fmla="*/ 0 h 3139321"/>
              <a:gd name="connsiteX7" fmla="*/ 4080436 w 6123437"/>
              <a:gd name="connsiteY7" fmla="*/ 0 h 3139321"/>
              <a:gd name="connsiteX8" fmla="*/ 4637112 w 6123437"/>
              <a:gd name="connsiteY8" fmla="*/ 0 h 3139321"/>
              <a:gd name="connsiteX9" fmla="*/ 5316257 w 6123437"/>
              <a:gd name="connsiteY9" fmla="*/ 0 h 3139321"/>
              <a:gd name="connsiteX10" fmla="*/ 6123437 w 6123437"/>
              <a:gd name="connsiteY10" fmla="*/ 0 h 3139321"/>
              <a:gd name="connsiteX11" fmla="*/ 6123437 w 6123437"/>
              <a:gd name="connsiteY11" fmla="*/ 554613 h 3139321"/>
              <a:gd name="connsiteX12" fmla="*/ 6123437 w 6123437"/>
              <a:gd name="connsiteY12" fmla="*/ 1015047 h 3139321"/>
              <a:gd name="connsiteX13" fmla="*/ 6123437 w 6123437"/>
              <a:gd name="connsiteY13" fmla="*/ 1506874 h 3139321"/>
              <a:gd name="connsiteX14" fmla="*/ 6123437 w 6123437"/>
              <a:gd name="connsiteY14" fmla="*/ 1935915 h 3139321"/>
              <a:gd name="connsiteX15" fmla="*/ 6123437 w 6123437"/>
              <a:gd name="connsiteY15" fmla="*/ 2521921 h 3139321"/>
              <a:gd name="connsiteX16" fmla="*/ 6123437 w 6123437"/>
              <a:gd name="connsiteY16" fmla="*/ 3139321 h 3139321"/>
              <a:gd name="connsiteX17" fmla="*/ 5689230 w 6123437"/>
              <a:gd name="connsiteY17" fmla="*/ 3139321 h 3139321"/>
              <a:gd name="connsiteX18" fmla="*/ 5193788 w 6123437"/>
              <a:gd name="connsiteY18" fmla="*/ 3139321 h 3139321"/>
              <a:gd name="connsiteX19" fmla="*/ 4759581 w 6123437"/>
              <a:gd name="connsiteY19" fmla="*/ 3139321 h 3139321"/>
              <a:gd name="connsiteX20" fmla="*/ 4202904 w 6123437"/>
              <a:gd name="connsiteY20" fmla="*/ 3139321 h 3139321"/>
              <a:gd name="connsiteX21" fmla="*/ 3584994 w 6123437"/>
              <a:gd name="connsiteY21" fmla="*/ 3139321 h 3139321"/>
              <a:gd name="connsiteX22" fmla="*/ 3212021 w 6123437"/>
              <a:gd name="connsiteY22" fmla="*/ 3139321 h 3139321"/>
              <a:gd name="connsiteX23" fmla="*/ 2655345 w 6123437"/>
              <a:gd name="connsiteY23" fmla="*/ 3139321 h 3139321"/>
              <a:gd name="connsiteX24" fmla="*/ 2282372 w 6123437"/>
              <a:gd name="connsiteY24" fmla="*/ 3139321 h 3139321"/>
              <a:gd name="connsiteX25" fmla="*/ 1603227 w 6123437"/>
              <a:gd name="connsiteY25" fmla="*/ 3139321 h 3139321"/>
              <a:gd name="connsiteX26" fmla="*/ 1046551 w 6123437"/>
              <a:gd name="connsiteY26" fmla="*/ 3139321 h 3139321"/>
              <a:gd name="connsiteX27" fmla="*/ 551109 w 6123437"/>
              <a:gd name="connsiteY27" fmla="*/ 3139321 h 3139321"/>
              <a:gd name="connsiteX28" fmla="*/ 0 w 6123437"/>
              <a:gd name="connsiteY28" fmla="*/ 3139321 h 3139321"/>
              <a:gd name="connsiteX29" fmla="*/ 0 w 6123437"/>
              <a:gd name="connsiteY29" fmla="*/ 2584708 h 3139321"/>
              <a:gd name="connsiteX30" fmla="*/ 0 w 6123437"/>
              <a:gd name="connsiteY30" fmla="*/ 2092881 h 3139321"/>
              <a:gd name="connsiteX31" fmla="*/ 0 w 6123437"/>
              <a:gd name="connsiteY31" fmla="*/ 1506874 h 3139321"/>
              <a:gd name="connsiteX32" fmla="*/ 0 w 6123437"/>
              <a:gd name="connsiteY32" fmla="*/ 920867 h 3139321"/>
              <a:gd name="connsiteX33" fmla="*/ 0 w 6123437"/>
              <a:gd name="connsiteY33" fmla="*/ 0 h 313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123437" h="3139321" extrusionOk="0">
                <a:moveTo>
                  <a:pt x="0" y="0"/>
                </a:moveTo>
                <a:cubicBezTo>
                  <a:pt x="167741" y="-1971"/>
                  <a:pt x="542204" y="26024"/>
                  <a:pt x="679145" y="0"/>
                </a:cubicBezTo>
                <a:cubicBezTo>
                  <a:pt x="816086" y="-26024"/>
                  <a:pt x="1048445" y="14192"/>
                  <a:pt x="1297055" y="0"/>
                </a:cubicBezTo>
                <a:cubicBezTo>
                  <a:pt x="1545665" y="-14192"/>
                  <a:pt x="1814759" y="16104"/>
                  <a:pt x="1976200" y="0"/>
                </a:cubicBezTo>
                <a:cubicBezTo>
                  <a:pt x="2137641" y="-16104"/>
                  <a:pt x="2239657" y="46856"/>
                  <a:pt x="2471642" y="0"/>
                </a:cubicBezTo>
                <a:cubicBezTo>
                  <a:pt x="2703627" y="-46856"/>
                  <a:pt x="2825456" y="65285"/>
                  <a:pt x="3028318" y="0"/>
                </a:cubicBezTo>
                <a:cubicBezTo>
                  <a:pt x="3231180" y="-65285"/>
                  <a:pt x="3344408" y="2397"/>
                  <a:pt x="3462525" y="0"/>
                </a:cubicBezTo>
                <a:cubicBezTo>
                  <a:pt x="3580642" y="-2397"/>
                  <a:pt x="3805978" y="71356"/>
                  <a:pt x="4080436" y="0"/>
                </a:cubicBezTo>
                <a:cubicBezTo>
                  <a:pt x="4354894" y="-71356"/>
                  <a:pt x="4491480" y="16916"/>
                  <a:pt x="4637112" y="0"/>
                </a:cubicBezTo>
                <a:cubicBezTo>
                  <a:pt x="4782744" y="-16916"/>
                  <a:pt x="5060175" y="27603"/>
                  <a:pt x="5316257" y="0"/>
                </a:cubicBezTo>
                <a:cubicBezTo>
                  <a:pt x="5572340" y="-27603"/>
                  <a:pt x="5774191" y="18666"/>
                  <a:pt x="6123437" y="0"/>
                </a:cubicBezTo>
                <a:cubicBezTo>
                  <a:pt x="6167754" y="142046"/>
                  <a:pt x="6083840" y="299387"/>
                  <a:pt x="6123437" y="554613"/>
                </a:cubicBezTo>
                <a:cubicBezTo>
                  <a:pt x="6163034" y="809839"/>
                  <a:pt x="6070437" y="864941"/>
                  <a:pt x="6123437" y="1015047"/>
                </a:cubicBezTo>
                <a:cubicBezTo>
                  <a:pt x="6176437" y="1165153"/>
                  <a:pt x="6104820" y="1358579"/>
                  <a:pt x="6123437" y="1506874"/>
                </a:cubicBezTo>
                <a:cubicBezTo>
                  <a:pt x="6142054" y="1655169"/>
                  <a:pt x="6110807" y="1790008"/>
                  <a:pt x="6123437" y="1935915"/>
                </a:cubicBezTo>
                <a:cubicBezTo>
                  <a:pt x="6136067" y="2081822"/>
                  <a:pt x="6084648" y="2275443"/>
                  <a:pt x="6123437" y="2521921"/>
                </a:cubicBezTo>
                <a:cubicBezTo>
                  <a:pt x="6162226" y="2768399"/>
                  <a:pt x="6108702" y="2844283"/>
                  <a:pt x="6123437" y="3139321"/>
                </a:cubicBezTo>
                <a:cubicBezTo>
                  <a:pt x="5935106" y="3158058"/>
                  <a:pt x="5865748" y="3117942"/>
                  <a:pt x="5689230" y="3139321"/>
                </a:cubicBezTo>
                <a:cubicBezTo>
                  <a:pt x="5512712" y="3160700"/>
                  <a:pt x="5402865" y="3112235"/>
                  <a:pt x="5193788" y="3139321"/>
                </a:cubicBezTo>
                <a:cubicBezTo>
                  <a:pt x="4984711" y="3166407"/>
                  <a:pt x="4895162" y="3104300"/>
                  <a:pt x="4759581" y="3139321"/>
                </a:cubicBezTo>
                <a:cubicBezTo>
                  <a:pt x="4624000" y="3174342"/>
                  <a:pt x="4428575" y="3074242"/>
                  <a:pt x="4202904" y="3139321"/>
                </a:cubicBezTo>
                <a:cubicBezTo>
                  <a:pt x="3977233" y="3204400"/>
                  <a:pt x="3829137" y="3077131"/>
                  <a:pt x="3584994" y="3139321"/>
                </a:cubicBezTo>
                <a:cubicBezTo>
                  <a:pt x="3340851" y="3201511"/>
                  <a:pt x="3305464" y="3135198"/>
                  <a:pt x="3212021" y="3139321"/>
                </a:cubicBezTo>
                <a:cubicBezTo>
                  <a:pt x="3118578" y="3143444"/>
                  <a:pt x="2895906" y="3112123"/>
                  <a:pt x="2655345" y="3139321"/>
                </a:cubicBezTo>
                <a:cubicBezTo>
                  <a:pt x="2414784" y="3166519"/>
                  <a:pt x="2435655" y="3124524"/>
                  <a:pt x="2282372" y="3139321"/>
                </a:cubicBezTo>
                <a:cubicBezTo>
                  <a:pt x="2129089" y="3154118"/>
                  <a:pt x="1837333" y="3135934"/>
                  <a:pt x="1603227" y="3139321"/>
                </a:cubicBezTo>
                <a:cubicBezTo>
                  <a:pt x="1369121" y="3142708"/>
                  <a:pt x="1244844" y="3076923"/>
                  <a:pt x="1046551" y="3139321"/>
                </a:cubicBezTo>
                <a:cubicBezTo>
                  <a:pt x="848258" y="3201719"/>
                  <a:pt x="777979" y="3133581"/>
                  <a:pt x="551109" y="3139321"/>
                </a:cubicBezTo>
                <a:cubicBezTo>
                  <a:pt x="324239" y="3145061"/>
                  <a:pt x="197109" y="3133608"/>
                  <a:pt x="0" y="3139321"/>
                </a:cubicBezTo>
                <a:cubicBezTo>
                  <a:pt x="-32051" y="2942751"/>
                  <a:pt x="18888" y="2834771"/>
                  <a:pt x="0" y="2584708"/>
                </a:cubicBezTo>
                <a:cubicBezTo>
                  <a:pt x="-18888" y="2334645"/>
                  <a:pt x="51970" y="2325734"/>
                  <a:pt x="0" y="2092881"/>
                </a:cubicBezTo>
                <a:cubicBezTo>
                  <a:pt x="-51970" y="1860028"/>
                  <a:pt x="33514" y="1659647"/>
                  <a:pt x="0" y="1506874"/>
                </a:cubicBezTo>
                <a:cubicBezTo>
                  <a:pt x="-33514" y="1354101"/>
                  <a:pt x="36099" y="1129723"/>
                  <a:pt x="0" y="920867"/>
                </a:cubicBezTo>
                <a:cubicBezTo>
                  <a:pt x="-36099" y="712011"/>
                  <a:pt x="91945" y="273389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1800" b="1" dirty="0">
                <a:solidFill>
                  <a:srgbClr val="FF00FF"/>
                </a:solidFill>
                <a:latin typeface="Consolas" panose="020B0609020204030204" pitchFamily="49" charset="0"/>
              </a:rPr>
              <a:t>show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(element) {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element.style.display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= "block";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hide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(element) {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element.style.display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= "none";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1800" b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isVisible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(element) {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return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element.style.display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!== "none";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EC1DC9-BFA2-CB5C-1B2A-9EF7C78663AC}"/>
              </a:ext>
            </a:extLst>
          </p:cNvPr>
          <p:cNvSpPr txBox="1"/>
          <p:nvPr/>
        </p:nvSpPr>
        <p:spPr>
          <a:xfrm>
            <a:off x="771026" y="5545859"/>
            <a:ext cx="46426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s first create 3 small reusable functions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make the code  more readable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639D51-456A-BB2F-EEEB-A3269AFBB613}"/>
              </a:ext>
            </a:extLst>
          </p:cNvPr>
          <p:cNvCxnSpPr>
            <a:cxnSpLocks/>
          </p:cNvCxnSpPr>
          <p:nvPr/>
        </p:nvCxnSpPr>
        <p:spPr>
          <a:xfrm flipV="1">
            <a:off x="3331030" y="4669726"/>
            <a:ext cx="0" cy="6134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E524D80-082C-9038-E442-95CDC1D60445}"/>
              </a:ext>
            </a:extLst>
          </p:cNvPr>
          <p:cNvSpPr txBox="1"/>
          <p:nvPr/>
        </p:nvSpPr>
        <p:spPr>
          <a:xfrm>
            <a:off x="6689498" y="1690061"/>
            <a:ext cx="5210628" cy="3139321"/>
          </a:xfrm>
          <a:custGeom>
            <a:avLst/>
            <a:gdLst>
              <a:gd name="connsiteX0" fmla="*/ 0 w 5210628"/>
              <a:gd name="connsiteY0" fmla="*/ 0 h 3139321"/>
              <a:gd name="connsiteX1" fmla="*/ 683171 w 5210628"/>
              <a:gd name="connsiteY1" fmla="*/ 0 h 3139321"/>
              <a:gd name="connsiteX2" fmla="*/ 1314236 w 5210628"/>
              <a:gd name="connsiteY2" fmla="*/ 0 h 3139321"/>
              <a:gd name="connsiteX3" fmla="*/ 1997407 w 5210628"/>
              <a:gd name="connsiteY3" fmla="*/ 0 h 3139321"/>
              <a:gd name="connsiteX4" fmla="*/ 2524260 w 5210628"/>
              <a:gd name="connsiteY4" fmla="*/ 0 h 3139321"/>
              <a:gd name="connsiteX5" fmla="*/ 3103218 w 5210628"/>
              <a:gd name="connsiteY5" fmla="*/ 0 h 3139321"/>
              <a:gd name="connsiteX6" fmla="*/ 3577965 w 5210628"/>
              <a:gd name="connsiteY6" fmla="*/ 0 h 3139321"/>
              <a:gd name="connsiteX7" fmla="*/ 4209030 w 5210628"/>
              <a:gd name="connsiteY7" fmla="*/ 0 h 3139321"/>
              <a:gd name="connsiteX8" fmla="*/ 5210628 w 5210628"/>
              <a:gd name="connsiteY8" fmla="*/ 0 h 3139321"/>
              <a:gd name="connsiteX9" fmla="*/ 5210628 w 5210628"/>
              <a:gd name="connsiteY9" fmla="*/ 586007 h 3139321"/>
              <a:gd name="connsiteX10" fmla="*/ 5210628 w 5210628"/>
              <a:gd name="connsiteY10" fmla="*/ 1077834 h 3139321"/>
              <a:gd name="connsiteX11" fmla="*/ 5210628 w 5210628"/>
              <a:gd name="connsiteY11" fmla="*/ 1601054 h 3139321"/>
              <a:gd name="connsiteX12" fmla="*/ 5210628 w 5210628"/>
              <a:gd name="connsiteY12" fmla="*/ 2061487 h 3139321"/>
              <a:gd name="connsiteX13" fmla="*/ 5210628 w 5210628"/>
              <a:gd name="connsiteY13" fmla="*/ 2553314 h 3139321"/>
              <a:gd name="connsiteX14" fmla="*/ 5210628 w 5210628"/>
              <a:gd name="connsiteY14" fmla="*/ 3139321 h 3139321"/>
              <a:gd name="connsiteX15" fmla="*/ 4527457 w 5210628"/>
              <a:gd name="connsiteY15" fmla="*/ 3139321 h 3139321"/>
              <a:gd name="connsiteX16" fmla="*/ 3844286 w 5210628"/>
              <a:gd name="connsiteY16" fmla="*/ 3139321 h 3139321"/>
              <a:gd name="connsiteX17" fmla="*/ 3369539 w 5210628"/>
              <a:gd name="connsiteY17" fmla="*/ 3139321 h 3139321"/>
              <a:gd name="connsiteX18" fmla="*/ 2842687 w 5210628"/>
              <a:gd name="connsiteY18" fmla="*/ 3139321 h 3139321"/>
              <a:gd name="connsiteX19" fmla="*/ 2367941 w 5210628"/>
              <a:gd name="connsiteY19" fmla="*/ 3139321 h 3139321"/>
              <a:gd name="connsiteX20" fmla="*/ 1788982 w 5210628"/>
              <a:gd name="connsiteY20" fmla="*/ 3139321 h 3139321"/>
              <a:gd name="connsiteX21" fmla="*/ 1157917 w 5210628"/>
              <a:gd name="connsiteY21" fmla="*/ 3139321 h 3139321"/>
              <a:gd name="connsiteX22" fmla="*/ 735278 w 5210628"/>
              <a:gd name="connsiteY22" fmla="*/ 3139321 h 3139321"/>
              <a:gd name="connsiteX23" fmla="*/ 0 w 5210628"/>
              <a:gd name="connsiteY23" fmla="*/ 3139321 h 3139321"/>
              <a:gd name="connsiteX24" fmla="*/ 0 w 5210628"/>
              <a:gd name="connsiteY24" fmla="*/ 2710280 h 3139321"/>
              <a:gd name="connsiteX25" fmla="*/ 0 w 5210628"/>
              <a:gd name="connsiteY25" fmla="*/ 2124274 h 3139321"/>
              <a:gd name="connsiteX26" fmla="*/ 0 w 5210628"/>
              <a:gd name="connsiteY26" fmla="*/ 1663840 h 3139321"/>
              <a:gd name="connsiteX27" fmla="*/ 0 w 5210628"/>
              <a:gd name="connsiteY27" fmla="*/ 1234800 h 3139321"/>
              <a:gd name="connsiteX28" fmla="*/ 0 w 5210628"/>
              <a:gd name="connsiteY28" fmla="*/ 711579 h 3139321"/>
              <a:gd name="connsiteX29" fmla="*/ 0 w 5210628"/>
              <a:gd name="connsiteY29" fmla="*/ 0 h 313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210628" h="3139321" extrusionOk="0">
                <a:moveTo>
                  <a:pt x="0" y="0"/>
                </a:moveTo>
                <a:cubicBezTo>
                  <a:pt x="329156" y="-44645"/>
                  <a:pt x="385033" y="73079"/>
                  <a:pt x="683171" y="0"/>
                </a:cubicBezTo>
                <a:cubicBezTo>
                  <a:pt x="981309" y="-73079"/>
                  <a:pt x="1157638" y="52602"/>
                  <a:pt x="1314236" y="0"/>
                </a:cubicBezTo>
                <a:cubicBezTo>
                  <a:pt x="1470835" y="-52602"/>
                  <a:pt x="1837908" y="45190"/>
                  <a:pt x="1997407" y="0"/>
                </a:cubicBezTo>
                <a:cubicBezTo>
                  <a:pt x="2156906" y="-45190"/>
                  <a:pt x="2374675" y="12938"/>
                  <a:pt x="2524260" y="0"/>
                </a:cubicBezTo>
                <a:cubicBezTo>
                  <a:pt x="2673845" y="-12938"/>
                  <a:pt x="2870397" y="36027"/>
                  <a:pt x="3103218" y="0"/>
                </a:cubicBezTo>
                <a:cubicBezTo>
                  <a:pt x="3336039" y="-36027"/>
                  <a:pt x="3467804" y="46232"/>
                  <a:pt x="3577965" y="0"/>
                </a:cubicBezTo>
                <a:cubicBezTo>
                  <a:pt x="3688126" y="-46232"/>
                  <a:pt x="3909165" y="51819"/>
                  <a:pt x="4209030" y="0"/>
                </a:cubicBezTo>
                <a:cubicBezTo>
                  <a:pt x="4508895" y="-51819"/>
                  <a:pt x="4732155" y="115821"/>
                  <a:pt x="5210628" y="0"/>
                </a:cubicBezTo>
                <a:cubicBezTo>
                  <a:pt x="5215951" y="146418"/>
                  <a:pt x="5177901" y="444104"/>
                  <a:pt x="5210628" y="586007"/>
                </a:cubicBezTo>
                <a:cubicBezTo>
                  <a:pt x="5243355" y="727910"/>
                  <a:pt x="5209526" y="936399"/>
                  <a:pt x="5210628" y="1077834"/>
                </a:cubicBezTo>
                <a:cubicBezTo>
                  <a:pt x="5211730" y="1219269"/>
                  <a:pt x="5195893" y="1397738"/>
                  <a:pt x="5210628" y="1601054"/>
                </a:cubicBezTo>
                <a:cubicBezTo>
                  <a:pt x="5225363" y="1804370"/>
                  <a:pt x="5155952" y="1915008"/>
                  <a:pt x="5210628" y="2061487"/>
                </a:cubicBezTo>
                <a:cubicBezTo>
                  <a:pt x="5265304" y="2207966"/>
                  <a:pt x="5192011" y="2405019"/>
                  <a:pt x="5210628" y="2553314"/>
                </a:cubicBezTo>
                <a:cubicBezTo>
                  <a:pt x="5229245" y="2701609"/>
                  <a:pt x="5182325" y="2997705"/>
                  <a:pt x="5210628" y="3139321"/>
                </a:cubicBezTo>
                <a:cubicBezTo>
                  <a:pt x="4914916" y="3151309"/>
                  <a:pt x="4862459" y="3100156"/>
                  <a:pt x="4527457" y="3139321"/>
                </a:cubicBezTo>
                <a:cubicBezTo>
                  <a:pt x="4192455" y="3178486"/>
                  <a:pt x="4174391" y="3121542"/>
                  <a:pt x="3844286" y="3139321"/>
                </a:cubicBezTo>
                <a:cubicBezTo>
                  <a:pt x="3514181" y="3157100"/>
                  <a:pt x="3512193" y="3134021"/>
                  <a:pt x="3369539" y="3139321"/>
                </a:cubicBezTo>
                <a:cubicBezTo>
                  <a:pt x="3226885" y="3144621"/>
                  <a:pt x="3073059" y="3085341"/>
                  <a:pt x="2842687" y="3139321"/>
                </a:cubicBezTo>
                <a:cubicBezTo>
                  <a:pt x="2612315" y="3193301"/>
                  <a:pt x="2495178" y="3135797"/>
                  <a:pt x="2367941" y="3139321"/>
                </a:cubicBezTo>
                <a:cubicBezTo>
                  <a:pt x="2240704" y="3142845"/>
                  <a:pt x="2031519" y="3085250"/>
                  <a:pt x="1788982" y="3139321"/>
                </a:cubicBezTo>
                <a:cubicBezTo>
                  <a:pt x="1546445" y="3193392"/>
                  <a:pt x="1465074" y="3120264"/>
                  <a:pt x="1157917" y="3139321"/>
                </a:cubicBezTo>
                <a:cubicBezTo>
                  <a:pt x="850760" y="3158378"/>
                  <a:pt x="845860" y="3127143"/>
                  <a:pt x="735278" y="3139321"/>
                </a:cubicBezTo>
                <a:cubicBezTo>
                  <a:pt x="624696" y="3151499"/>
                  <a:pt x="364577" y="3108977"/>
                  <a:pt x="0" y="3139321"/>
                </a:cubicBezTo>
                <a:cubicBezTo>
                  <a:pt x="-5692" y="2983522"/>
                  <a:pt x="50074" y="2911217"/>
                  <a:pt x="0" y="2710280"/>
                </a:cubicBezTo>
                <a:cubicBezTo>
                  <a:pt x="-50074" y="2509343"/>
                  <a:pt x="2919" y="2393056"/>
                  <a:pt x="0" y="2124274"/>
                </a:cubicBezTo>
                <a:cubicBezTo>
                  <a:pt x="-2919" y="1855492"/>
                  <a:pt x="44622" y="1769444"/>
                  <a:pt x="0" y="1663840"/>
                </a:cubicBezTo>
                <a:cubicBezTo>
                  <a:pt x="-44622" y="1558236"/>
                  <a:pt x="22328" y="1429078"/>
                  <a:pt x="0" y="1234800"/>
                </a:cubicBezTo>
                <a:cubicBezTo>
                  <a:pt x="-22328" y="1040522"/>
                  <a:pt x="11343" y="882031"/>
                  <a:pt x="0" y="711579"/>
                </a:cubicBezTo>
                <a:cubicBezTo>
                  <a:pt x="-11343" y="541127"/>
                  <a:pt x="80393" y="237814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onToggleActions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const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actionsDiv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   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("actions");</a:t>
            </a:r>
          </a:p>
          <a:p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if (</a:t>
            </a:r>
            <a:r>
              <a:rPr lang="en-US" sz="1800" b="1" dirty="0" err="1">
                <a:solidFill>
                  <a:schemeClr val="accent6"/>
                </a:solidFill>
                <a:latin typeface="Consolas" panose="020B0609020204030204" pitchFamily="49" charset="0"/>
              </a:rPr>
              <a:t>isVisible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actionsDiv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FFC000"/>
                </a:solidFill>
                <a:latin typeface="Consolas" panose="020B0609020204030204" pitchFamily="49" charset="0"/>
              </a:rPr>
              <a:t>hide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actionsDiv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} else {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1800" b="1" dirty="0">
                <a:solidFill>
                  <a:srgbClr val="FF00FF"/>
                </a:solidFill>
                <a:latin typeface="Consolas" panose="020B0609020204030204" pitchFamily="49" charset="0"/>
              </a:rPr>
              <a:t>show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chemeClr val="tx1"/>
                </a:solidFill>
                <a:latin typeface="Consolas" panose="020B0609020204030204" pitchFamily="49" charset="0"/>
              </a:rPr>
              <a:t>actionsDiv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8C7D3F-3A27-FA13-4441-6767301006F6}"/>
              </a:ext>
            </a:extLst>
          </p:cNvPr>
          <p:cNvSpPr txBox="1"/>
          <p:nvPr/>
        </p:nvSpPr>
        <p:spPr>
          <a:xfrm>
            <a:off x="6119875" y="5537901"/>
            <a:ext cx="58176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Now the action is jus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To get the DOM element can make it visible / invisible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C5E344-DABA-B139-7F2B-B82CC0E2C30D}"/>
              </a:ext>
            </a:extLst>
          </p:cNvPr>
          <p:cNvCxnSpPr>
            <a:cxnSpLocks/>
          </p:cNvCxnSpPr>
          <p:nvPr/>
        </p:nvCxnSpPr>
        <p:spPr>
          <a:xfrm flipV="1">
            <a:off x="9006116" y="4669726"/>
            <a:ext cx="0" cy="6134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60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6" grpId="0" animBg="1"/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A5433-E36A-6A91-B576-09C701C9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6;p51">
            <a:extLst>
              <a:ext uri="{FF2B5EF4-FFF2-40B4-BE49-F238E27FC236}">
                <a16:creationId xmlns:a16="http://schemas.microsoft.com/office/drawing/2014/main" id="{F91E49C8-8090-50BF-E000-B214E2E5EA6E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7E1FEF4C-9862-55B4-245F-4A0B37127B18}"/>
              </a:ext>
            </a:extLst>
          </p:cNvPr>
          <p:cNvSpPr txBox="1"/>
          <p:nvPr/>
        </p:nvSpPr>
        <p:spPr>
          <a:xfrm>
            <a:off x="3982836" y="189861"/>
            <a:ext cx="3884093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80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Case 5</a:t>
            </a:r>
            <a:endParaRPr sz="4800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33;p4">
            <a:extLst>
              <a:ext uri="{FF2B5EF4-FFF2-40B4-BE49-F238E27FC236}">
                <a16:creationId xmlns:a16="http://schemas.microsoft.com/office/drawing/2014/main" id="{5A290FCF-2D83-D829-7E6B-3B9CD4804AA4}"/>
              </a:ext>
            </a:extLst>
          </p:cNvPr>
          <p:cNvSpPr txBox="1"/>
          <p:nvPr/>
        </p:nvSpPr>
        <p:spPr>
          <a:xfrm>
            <a:off x="609735" y="1020818"/>
            <a:ext cx="1102981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3600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clicking the "Add Item" button, append a new &lt;li&gt; element with the text entered in the input.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F0DF17-7160-42E0-2F27-D2ECC31C8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676510"/>
            <a:ext cx="4267200" cy="4821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B72761-79C5-D134-C240-F2C939BB4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2" y="1676510"/>
            <a:ext cx="4065600" cy="5040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C394229-AF27-BF98-5118-A7C43928041D}"/>
              </a:ext>
            </a:extLst>
          </p:cNvPr>
          <p:cNvSpPr/>
          <p:nvPr/>
        </p:nvSpPr>
        <p:spPr>
          <a:xfrm>
            <a:off x="3601023" y="5582539"/>
            <a:ext cx="1145893" cy="509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D1EDBAB-FEA3-F9D9-B646-4274B87190D7}"/>
              </a:ext>
            </a:extLst>
          </p:cNvPr>
          <p:cNvSpPr/>
          <p:nvPr/>
        </p:nvSpPr>
        <p:spPr>
          <a:xfrm>
            <a:off x="5924882" y="3602678"/>
            <a:ext cx="978408" cy="48463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87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5C5DD-41F5-2054-C59F-8C8B845EF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2;p4">
            <a:extLst>
              <a:ext uri="{FF2B5EF4-FFF2-40B4-BE49-F238E27FC236}">
                <a16:creationId xmlns:a16="http://schemas.microsoft.com/office/drawing/2014/main" id="{5B28B541-D969-F2F9-6DD5-0F5A31909FA3}"/>
              </a:ext>
            </a:extLst>
          </p:cNvPr>
          <p:cNvSpPr txBox="1"/>
          <p:nvPr/>
        </p:nvSpPr>
        <p:spPr>
          <a:xfrm>
            <a:off x="25801" y="455632"/>
            <a:ext cx="395111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new item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" name="Google Shape;166;p51">
            <a:extLst>
              <a:ext uri="{FF2B5EF4-FFF2-40B4-BE49-F238E27FC236}">
                <a16:creationId xmlns:a16="http://schemas.microsoft.com/office/drawing/2014/main" id="{949C57F9-7A5F-0E02-7F40-A085619E8F17}"/>
              </a:ext>
            </a:extLst>
          </p:cNvPr>
          <p:cNvSpPr txBox="1"/>
          <p:nvPr/>
        </p:nvSpPr>
        <p:spPr>
          <a:xfrm>
            <a:off x="0" y="-4207"/>
            <a:ext cx="1995488" cy="369332"/>
          </a:xfrm>
          <a:prstGeom prst="rect">
            <a:avLst/>
          </a:prstGeom>
          <a:solidFill>
            <a:schemeClr val="accent6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58C035-458B-9C07-AADC-4461E4CBA62F}"/>
              </a:ext>
            </a:extLst>
          </p:cNvPr>
          <p:cNvSpPr txBox="1"/>
          <p:nvPr/>
        </p:nvSpPr>
        <p:spPr>
          <a:xfrm>
            <a:off x="219303" y="1951673"/>
            <a:ext cx="8605383" cy="3785652"/>
          </a:xfrm>
          <a:custGeom>
            <a:avLst/>
            <a:gdLst>
              <a:gd name="connsiteX0" fmla="*/ 0 w 8605383"/>
              <a:gd name="connsiteY0" fmla="*/ 0 h 3785652"/>
              <a:gd name="connsiteX1" fmla="*/ 745800 w 8605383"/>
              <a:gd name="connsiteY1" fmla="*/ 0 h 3785652"/>
              <a:gd name="connsiteX2" fmla="*/ 1405546 w 8605383"/>
              <a:gd name="connsiteY2" fmla="*/ 0 h 3785652"/>
              <a:gd name="connsiteX3" fmla="*/ 2151346 w 8605383"/>
              <a:gd name="connsiteY3" fmla="*/ 0 h 3785652"/>
              <a:gd name="connsiteX4" fmla="*/ 2638984 w 8605383"/>
              <a:gd name="connsiteY4" fmla="*/ 0 h 3785652"/>
              <a:gd name="connsiteX5" fmla="*/ 3212676 w 8605383"/>
              <a:gd name="connsiteY5" fmla="*/ 0 h 3785652"/>
              <a:gd name="connsiteX6" fmla="*/ 3614261 w 8605383"/>
              <a:gd name="connsiteY6" fmla="*/ 0 h 3785652"/>
              <a:gd name="connsiteX7" fmla="*/ 4274007 w 8605383"/>
              <a:gd name="connsiteY7" fmla="*/ 0 h 3785652"/>
              <a:gd name="connsiteX8" fmla="*/ 4847699 w 8605383"/>
              <a:gd name="connsiteY8" fmla="*/ 0 h 3785652"/>
              <a:gd name="connsiteX9" fmla="*/ 5593499 w 8605383"/>
              <a:gd name="connsiteY9" fmla="*/ 0 h 3785652"/>
              <a:gd name="connsiteX10" fmla="*/ 6253245 w 8605383"/>
              <a:gd name="connsiteY10" fmla="*/ 0 h 3785652"/>
              <a:gd name="connsiteX11" fmla="*/ 6912991 w 8605383"/>
              <a:gd name="connsiteY11" fmla="*/ 0 h 3785652"/>
              <a:gd name="connsiteX12" fmla="*/ 7658791 w 8605383"/>
              <a:gd name="connsiteY12" fmla="*/ 0 h 3785652"/>
              <a:gd name="connsiteX13" fmla="*/ 8060375 w 8605383"/>
              <a:gd name="connsiteY13" fmla="*/ 0 h 3785652"/>
              <a:gd name="connsiteX14" fmla="*/ 8605383 w 8605383"/>
              <a:gd name="connsiteY14" fmla="*/ 0 h 3785652"/>
              <a:gd name="connsiteX15" fmla="*/ 8605383 w 8605383"/>
              <a:gd name="connsiteY15" fmla="*/ 578664 h 3785652"/>
              <a:gd name="connsiteX16" fmla="*/ 8605383 w 8605383"/>
              <a:gd name="connsiteY16" fmla="*/ 1195184 h 3785652"/>
              <a:gd name="connsiteX17" fmla="*/ 8605383 w 8605383"/>
              <a:gd name="connsiteY17" fmla="*/ 1660279 h 3785652"/>
              <a:gd name="connsiteX18" fmla="*/ 8605383 w 8605383"/>
              <a:gd name="connsiteY18" fmla="*/ 2125373 h 3785652"/>
              <a:gd name="connsiteX19" fmla="*/ 8605383 w 8605383"/>
              <a:gd name="connsiteY19" fmla="*/ 2704037 h 3785652"/>
              <a:gd name="connsiteX20" fmla="*/ 8605383 w 8605383"/>
              <a:gd name="connsiteY20" fmla="*/ 3282701 h 3785652"/>
              <a:gd name="connsiteX21" fmla="*/ 8605383 w 8605383"/>
              <a:gd name="connsiteY21" fmla="*/ 3785652 h 3785652"/>
              <a:gd name="connsiteX22" fmla="*/ 8117745 w 8605383"/>
              <a:gd name="connsiteY22" fmla="*/ 3785652 h 3785652"/>
              <a:gd name="connsiteX23" fmla="*/ 7544052 w 8605383"/>
              <a:gd name="connsiteY23" fmla="*/ 3785652 h 3785652"/>
              <a:gd name="connsiteX24" fmla="*/ 7228522 w 8605383"/>
              <a:gd name="connsiteY24" fmla="*/ 3785652 h 3785652"/>
              <a:gd name="connsiteX25" fmla="*/ 6482722 w 8605383"/>
              <a:gd name="connsiteY25" fmla="*/ 3785652 h 3785652"/>
              <a:gd name="connsiteX26" fmla="*/ 5909030 w 8605383"/>
              <a:gd name="connsiteY26" fmla="*/ 3785652 h 3785652"/>
              <a:gd name="connsiteX27" fmla="*/ 5421391 w 8605383"/>
              <a:gd name="connsiteY27" fmla="*/ 3785652 h 3785652"/>
              <a:gd name="connsiteX28" fmla="*/ 4933753 w 8605383"/>
              <a:gd name="connsiteY28" fmla="*/ 3785652 h 3785652"/>
              <a:gd name="connsiteX29" fmla="*/ 4274007 w 8605383"/>
              <a:gd name="connsiteY29" fmla="*/ 3785652 h 3785652"/>
              <a:gd name="connsiteX30" fmla="*/ 3700315 w 8605383"/>
              <a:gd name="connsiteY30" fmla="*/ 3785652 h 3785652"/>
              <a:gd name="connsiteX31" fmla="*/ 3298730 w 8605383"/>
              <a:gd name="connsiteY31" fmla="*/ 3785652 h 3785652"/>
              <a:gd name="connsiteX32" fmla="*/ 2811092 w 8605383"/>
              <a:gd name="connsiteY32" fmla="*/ 3785652 h 3785652"/>
              <a:gd name="connsiteX33" fmla="*/ 2065292 w 8605383"/>
              <a:gd name="connsiteY33" fmla="*/ 3785652 h 3785652"/>
              <a:gd name="connsiteX34" fmla="*/ 1405546 w 8605383"/>
              <a:gd name="connsiteY34" fmla="*/ 3785652 h 3785652"/>
              <a:gd name="connsiteX35" fmla="*/ 745800 w 8605383"/>
              <a:gd name="connsiteY35" fmla="*/ 3785652 h 3785652"/>
              <a:gd name="connsiteX36" fmla="*/ 0 w 8605383"/>
              <a:gd name="connsiteY36" fmla="*/ 3785652 h 3785652"/>
              <a:gd name="connsiteX37" fmla="*/ 0 w 8605383"/>
              <a:gd name="connsiteY37" fmla="*/ 3244845 h 3785652"/>
              <a:gd name="connsiteX38" fmla="*/ 0 w 8605383"/>
              <a:gd name="connsiteY38" fmla="*/ 2741894 h 3785652"/>
              <a:gd name="connsiteX39" fmla="*/ 0 w 8605383"/>
              <a:gd name="connsiteY39" fmla="*/ 2238943 h 3785652"/>
              <a:gd name="connsiteX40" fmla="*/ 0 w 8605383"/>
              <a:gd name="connsiteY40" fmla="*/ 1735992 h 3785652"/>
              <a:gd name="connsiteX41" fmla="*/ 0 w 8605383"/>
              <a:gd name="connsiteY41" fmla="*/ 1195184 h 3785652"/>
              <a:gd name="connsiteX42" fmla="*/ 0 w 8605383"/>
              <a:gd name="connsiteY42" fmla="*/ 654377 h 3785652"/>
              <a:gd name="connsiteX43" fmla="*/ 0 w 8605383"/>
              <a:gd name="connsiteY43" fmla="*/ 0 h 378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8605383" h="3785652" extrusionOk="0">
                <a:moveTo>
                  <a:pt x="0" y="0"/>
                </a:moveTo>
                <a:cubicBezTo>
                  <a:pt x="344153" y="-42380"/>
                  <a:pt x="495627" y="72555"/>
                  <a:pt x="745800" y="0"/>
                </a:cubicBezTo>
                <a:cubicBezTo>
                  <a:pt x="995973" y="-72555"/>
                  <a:pt x="1177759" y="33968"/>
                  <a:pt x="1405546" y="0"/>
                </a:cubicBezTo>
                <a:cubicBezTo>
                  <a:pt x="1633333" y="-33968"/>
                  <a:pt x="1781435" y="56603"/>
                  <a:pt x="2151346" y="0"/>
                </a:cubicBezTo>
                <a:cubicBezTo>
                  <a:pt x="2521257" y="-56603"/>
                  <a:pt x="2515117" y="14515"/>
                  <a:pt x="2638984" y="0"/>
                </a:cubicBezTo>
                <a:cubicBezTo>
                  <a:pt x="2762851" y="-14515"/>
                  <a:pt x="3027708" y="27532"/>
                  <a:pt x="3212676" y="0"/>
                </a:cubicBezTo>
                <a:cubicBezTo>
                  <a:pt x="3397644" y="-27532"/>
                  <a:pt x="3427560" y="17988"/>
                  <a:pt x="3614261" y="0"/>
                </a:cubicBezTo>
                <a:cubicBezTo>
                  <a:pt x="3800962" y="-17988"/>
                  <a:pt x="4109908" y="72448"/>
                  <a:pt x="4274007" y="0"/>
                </a:cubicBezTo>
                <a:cubicBezTo>
                  <a:pt x="4438106" y="-72448"/>
                  <a:pt x="4665451" y="44903"/>
                  <a:pt x="4847699" y="0"/>
                </a:cubicBezTo>
                <a:cubicBezTo>
                  <a:pt x="5029947" y="-44903"/>
                  <a:pt x="5269994" y="18132"/>
                  <a:pt x="5593499" y="0"/>
                </a:cubicBezTo>
                <a:cubicBezTo>
                  <a:pt x="5917004" y="-18132"/>
                  <a:pt x="5933175" y="69642"/>
                  <a:pt x="6253245" y="0"/>
                </a:cubicBezTo>
                <a:cubicBezTo>
                  <a:pt x="6573315" y="-69642"/>
                  <a:pt x="6716701" y="27050"/>
                  <a:pt x="6912991" y="0"/>
                </a:cubicBezTo>
                <a:cubicBezTo>
                  <a:pt x="7109281" y="-27050"/>
                  <a:pt x="7304157" y="86995"/>
                  <a:pt x="7658791" y="0"/>
                </a:cubicBezTo>
                <a:cubicBezTo>
                  <a:pt x="8013425" y="-86995"/>
                  <a:pt x="7978295" y="29624"/>
                  <a:pt x="8060375" y="0"/>
                </a:cubicBezTo>
                <a:cubicBezTo>
                  <a:pt x="8142455" y="-29624"/>
                  <a:pt x="8463198" y="28099"/>
                  <a:pt x="8605383" y="0"/>
                </a:cubicBezTo>
                <a:cubicBezTo>
                  <a:pt x="8655239" y="184624"/>
                  <a:pt x="8581641" y="300648"/>
                  <a:pt x="8605383" y="578664"/>
                </a:cubicBezTo>
                <a:cubicBezTo>
                  <a:pt x="8629125" y="856680"/>
                  <a:pt x="8596365" y="1028297"/>
                  <a:pt x="8605383" y="1195184"/>
                </a:cubicBezTo>
                <a:cubicBezTo>
                  <a:pt x="8614401" y="1362071"/>
                  <a:pt x="8604242" y="1513190"/>
                  <a:pt x="8605383" y="1660279"/>
                </a:cubicBezTo>
                <a:cubicBezTo>
                  <a:pt x="8606524" y="1807369"/>
                  <a:pt x="8585740" y="1895640"/>
                  <a:pt x="8605383" y="2125373"/>
                </a:cubicBezTo>
                <a:cubicBezTo>
                  <a:pt x="8625026" y="2355106"/>
                  <a:pt x="8601168" y="2546576"/>
                  <a:pt x="8605383" y="2704037"/>
                </a:cubicBezTo>
                <a:cubicBezTo>
                  <a:pt x="8609598" y="2861498"/>
                  <a:pt x="8545274" y="3153350"/>
                  <a:pt x="8605383" y="3282701"/>
                </a:cubicBezTo>
                <a:cubicBezTo>
                  <a:pt x="8665492" y="3412052"/>
                  <a:pt x="8579274" y="3628395"/>
                  <a:pt x="8605383" y="3785652"/>
                </a:cubicBezTo>
                <a:cubicBezTo>
                  <a:pt x="8485777" y="3786256"/>
                  <a:pt x="8226483" y="3753783"/>
                  <a:pt x="8117745" y="3785652"/>
                </a:cubicBezTo>
                <a:cubicBezTo>
                  <a:pt x="8009007" y="3817521"/>
                  <a:pt x="7717323" y="3721484"/>
                  <a:pt x="7544052" y="3785652"/>
                </a:cubicBezTo>
                <a:cubicBezTo>
                  <a:pt x="7370781" y="3849820"/>
                  <a:pt x="7359138" y="3774707"/>
                  <a:pt x="7228522" y="3785652"/>
                </a:cubicBezTo>
                <a:cubicBezTo>
                  <a:pt x="7097906" y="3796597"/>
                  <a:pt x="6655346" y="3743677"/>
                  <a:pt x="6482722" y="3785652"/>
                </a:cubicBezTo>
                <a:cubicBezTo>
                  <a:pt x="6310098" y="3827627"/>
                  <a:pt x="6109550" y="3732632"/>
                  <a:pt x="5909030" y="3785652"/>
                </a:cubicBezTo>
                <a:cubicBezTo>
                  <a:pt x="5708510" y="3838672"/>
                  <a:pt x="5549912" y="3769462"/>
                  <a:pt x="5421391" y="3785652"/>
                </a:cubicBezTo>
                <a:cubicBezTo>
                  <a:pt x="5292870" y="3801842"/>
                  <a:pt x="5175248" y="3732295"/>
                  <a:pt x="4933753" y="3785652"/>
                </a:cubicBezTo>
                <a:cubicBezTo>
                  <a:pt x="4692258" y="3839009"/>
                  <a:pt x="4407024" y="3724045"/>
                  <a:pt x="4274007" y="3785652"/>
                </a:cubicBezTo>
                <a:cubicBezTo>
                  <a:pt x="4140990" y="3847259"/>
                  <a:pt x="3843477" y="3774712"/>
                  <a:pt x="3700315" y="3785652"/>
                </a:cubicBezTo>
                <a:cubicBezTo>
                  <a:pt x="3557153" y="3796592"/>
                  <a:pt x="3441548" y="3765359"/>
                  <a:pt x="3298730" y="3785652"/>
                </a:cubicBezTo>
                <a:cubicBezTo>
                  <a:pt x="3155913" y="3805945"/>
                  <a:pt x="3018767" y="3779363"/>
                  <a:pt x="2811092" y="3785652"/>
                </a:cubicBezTo>
                <a:cubicBezTo>
                  <a:pt x="2603417" y="3791941"/>
                  <a:pt x="2320792" y="3767144"/>
                  <a:pt x="2065292" y="3785652"/>
                </a:cubicBezTo>
                <a:cubicBezTo>
                  <a:pt x="1809792" y="3804160"/>
                  <a:pt x="1568800" y="3730264"/>
                  <a:pt x="1405546" y="3785652"/>
                </a:cubicBezTo>
                <a:cubicBezTo>
                  <a:pt x="1242292" y="3841040"/>
                  <a:pt x="1037123" y="3770436"/>
                  <a:pt x="745800" y="3785652"/>
                </a:cubicBezTo>
                <a:cubicBezTo>
                  <a:pt x="454477" y="3800868"/>
                  <a:pt x="274799" y="3709870"/>
                  <a:pt x="0" y="3785652"/>
                </a:cubicBezTo>
                <a:cubicBezTo>
                  <a:pt x="-10654" y="3529655"/>
                  <a:pt x="44423" y="3475779"/>
                  <a:pt x="0" y="3244845"/>
                </a:cubicBezTo>
                <a:cubicBezTo>
                  <a:pt x="-44423" y="3013911"/>
                  <a:pt x="8943" y="2971850"/>
                  <a:pt x="0" y="2741894"/>
                </a:cubicBezTo>
                <a:cubicBezTo>
                  <a:pt x="-8943" y="2511938"/>
                  <a:pt x="31545" y="2374256"/>
                  <a:pt x="0" y="2238943"/>
                </a:cubicBezTo>
                <a:cubicBezTo>
                  <a:pt x="-31545" y="2103630"/>
                  <a:pt x="33065" y="1837724"/>
                  <a:pt x="0" y="1735992"/>
                </a:cubicBezTo>
                <a:cubicBezTo>
                  <a:pt x="-33065" y="1634260"/>
                  <a:pt x="21649" y="1420037"/>
                  <a:pt x="0" y="1195184"/>
                </a:cubicBezTo>
                <a:cubicBezTo>
                  <a:pt x="-21649" y="970331"/>
                  <a:pt x="12510" y="778376"/>
                  <a:pt x="0" y="654377"/>
                </a:cubicBezTo>
                <a:cubicBezTo>
                  <a:pt x="-12510" y="530378"/>
                  <a:pt x="25958" y="17521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265963625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function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onAddItem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input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newItemText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text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input.value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if (text === "") return;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const li =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document.createElement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("li");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li.className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"item";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li.textContent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text;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("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itemList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").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appendChild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(li);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input.value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"";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B80DD6-072A-B08F-7B11-BCAA8D70D714}"/>
              </a:ext>
            </a:extLst>
          </p:cNvPr>
          <p:cNvSpPr txBox="1"/>
          <p:nvPr/>
        </p:nvSpPr>
        <p:spPr>
          <a:xfrm>
            <a:off x="5126252" y="901867"/>
            <a:ext cx="42418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the &lt;input&gt; element using its id.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675F2F2-F72F-FCA7-EA17-8650B6687441}"/>
              </a:ext>
            </a:extLst>
          </p:cNvPr>
          <p:cNvCxnSpPr>
            <a:cxnSpLocks/>
          </p:cNvCxnSpPr>
          <p:nvPr/>
        </p:nvCxnSpPr>
        <p:spPr>
          <a:xfrm flipH="1">
            <a:off x="5007429" y="1487371"/>
            <a:ext cx="885371" cy="7913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657860-52B7-277B-18C0-CDE9644D1082}"/>
              </a:ext>
            </a:extLst>
          </p:cNvPr>
          <p:cNvCxnSpPr>
            <a:cxnSpLocks/>
          </p:cNvCxnSpPr>
          <p:nvPr/>
        </p:nvCxnSpPr>
        <p:spPr>
          <a:xfrm flipH="1" flipV="1">
            <a:off x="4521994" y="2859823"/>
            <a:ext cx="1574006" cy="116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95FB67-9B6C-8A56-7278-CE50EFABEACB}"/>
              </a:ext>
            </a:extLst>
          </p:cNvPr>
          <p:cNvSpPr txBox="1"/>
          <p:nvPr/>
        </p:nvSpPr>
        <p:spPr>
          <a:xfrm>
            <a:off x="6301909" y="2718157"/>
            <a:ext cx="43861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.value to get the text the user typed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A9C251-4447-6138-D64C-5ED745CB871F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3767963"/>
            <a:ext cx="1574006" cy="1167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4881071-C236-46A4-ECE4-EA9BE7E5EE81}"/>
              </a:ext>
            </a:extLst>
          </p:cNvPr>
          <p:cNvSpPr txBox="1"/>
          <p:nvPr/>
        </p:nvSpPr>
        <p:spPr>
          <a:xfrm>
            <a:off x="7875915" y="3626297"/>
            <a:ext cx="3323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new DOM element LI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8CDBC3-51C3-5052-4BA2-9D78E419A186}"/>
              </a:ext>
            </a:extLst>
          </p:cNvPr>
          <p:cNvCxnSpPr>
            <a:cxnSpLocks/>
          </p:cNvCxnSpPr>
          <p:nvPr/>
        </p:nvCxnSpPr>
        <p:spPr>
          <a:xfrm flipH="1" flipV="1">
            <a:off x="6301909" y="5302735"/>
            <a:ext cx="1164897" cy="7621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8F73B2D-4FCB-21AD-0727-32DB55F8D2A4}"/>
              </a:ext>
            </a:extLst>
          </p:cNvPr>
          <p:cNvSpPr txBox="1"/>
          <p:nvPr/>
        </p:nvSpPr>
        <p:spPr>
          <a:xfrm>
            <a:off x="7672715" y="5806472"/>
            <a:ext cx="3498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Append the new item to the list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AE959D-B0EA-2A85-CD05-12E70FE34883}"/>
              </a:ext>
            </a:extLst>
          </p:cNvPr>
          <p:cNvCxnSpPr>
            <a:cxnSpLocks/>
          </p:cNvCxnSpPr>
          <p:nvPr/>
        </p:nvCxnSpPr>
        <p:spPr>
          <a:xfrm flipH="1" flipV="1">
            <a:off x="842427" y="5439446"/>
            <a:ext cx="1164897" cy="7621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9C6A77-3C91-E371-A278-524A0FCFDE37}"/>
              </a:ext>
            </a:extLst>
          </p:cNvPr>
          <p:cNvSpPr txBox="1"/>
          <p:nvPr/>
        </p:nvSpPr>
        <p:spPr>
          <a:xfrm>
            <a:off x="2213233" y="5943183"/>
            <a:ext cx="23695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the input  field </a:t>
            </a:r>
          </a:p>
        </p:txBody>
      </p:sp>
    </p:spTree>
    <p:extLst>
      <p:ext uri="{BB962C8B-B14F-4D97-AF65-F5344CB8AC3E}">
        <p14:creationId xmlns:p14="http://schemas.microsoft.com/office/powerpoint/2010/main" val="311968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8" grpId="0"/>
      <p:bldP spid="12" grpId="0"/>
      <p:bldP spid="14" grpId="0"/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98;p2">
            <a:extLst>
              <a:ext uri="{FF2B5EF4-FFF2-40B4-BE49-F238E27FC236}">
                <a16:creationId xmlns:a16="http://schemas.microsoft.com/office/drawing/2014/main" id="{85AE4C1F-805A-4A68-9CBD-E210027ACF7F}"/>
              </a:ext>
            </a:extLst>
          </p:cNvPr>
          <p:cNvSpPr txBox="1"/>
          <p:nvPr/>
        </p:nvSpPr>
        <p:spPr>
          <a:xfrm>
            <a:off x="3134558" y="506899"/>
            <a:ext cx="5887338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WE HAVE LEARNT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99;p2">
            <a:extLst>
              <a:ext uri="{FF2B5EF4-FFF2-40B4-BE49-F238E27FC236}">
                <a16:creationId xmlns:a16="http://schemas.microsoft.com/office/drawing/2014/main" id="{3010E627-DAC4-4FD0-B701-49A0915CFD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3266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00;p2">
            <a:extLst>
              <a:ext uri="{FF2B5EF4-FFF2-40B4-BE49-F238E27FC236}">
                <a16:creationId xmlns:a16="http://schemas.microsoft.com/office/drawing/2014/main" id="{E5CF8A0C-D6EC-48E8-8138-915EABBD2F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56982" y="374657"/>
            <a:ext cx="801896" cy="8018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16;p11">
            <a:extLst>
              <a:ext uri="{FF2B5EF4-FFF2-40B4-BE49-F238E27FC236}">
                <a16:creationId xmlns:a16="http://schemas.microsoft.com/office/drawing/2014/main" id="{5D642D2B-2DAF-9175-A01B-293C80362F44}"/>
              </a:ext>
            </a:extLst>
          </p:cNvPr>
          <p:cNvSpPr txBox="1"/>
          <p:nvPr/>
        </p:nvSpPr>
        <p:spPr>
          <a:xfrm>
            <a:off x="469099" y="1686630"/>
            <a:ext cx="11026216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DOM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elements			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example using the ID of the element)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DOM </a:t>
            </a:r>
            <a:r>
              <a:rPr lang="en-US" sz="24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 properties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example the text content)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DOM </a:t>
            </a:r>
            <a:r>
              <a:rPr lang="en-US" sz="2400" b="1" dirty="0">
                <a:solidFill>
                  <a:schemeClr val="accent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 styles	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example the visibility, color)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 </a:t>
            </a:r>
            <a:r>
              <a:rPr lang="en-US" sz="24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events			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example a click on  button)</a:t>
            </a:r>
            <a:r>
              <a:rPr lang="en-US" sz="24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sz="2400" b="1" i="1" dirty="0">
              <a:solidFill>
                <a:srgbClr val="FF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  </a:t>
            </a:r>
            <a:r>
              <a:rPr lang="en-US" sz="2400" b="1" dirty="0">
                <a:solidFill>
                  <a:srgbClr val="FFC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input value</a:t>
            </a:r>
            <a:r>
              <a:rPr lang="en-US" sz="2400" b="1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new DOM element</a:t>
            </a:r>
            <a:endParaRPr lang="en-US" sz="2400" b="1" dirty="0">
              <a:solidFill>
                <a:srgbClr val="FF00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7681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"/>
          <p:cNvSpPr txBox="1"/>
          <p:nvPr/>
        </p:nvSpPr>
        <p:spPr>
          <a:xfrm>
            <a:off x="0" y="-4207"/>
            <a:ext cx="2095838" cy="369332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931965" y="1865464"/>
            <a:ext cx="8532511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– </a:t>
            </a:r>
            <a:r>
              <a:rPr lang="en-US" sz="2000" b="1" dirty="0">
                <a:solidFill>
                  <a:srgbClr val="1BAA6F"/>
                </a:solidFill>
                <a:latin typeface="Calibri"/>
                <a:ea typeface="Calibri"/>
                <a:cs typeface="Calibri"/>
                <a:sym typeface="Calibri"/>
              </a:rPr>
              <a:t>Read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following chapter on W3School: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https://www.w3schools.com/js/js_htmldom.asp</a:t>
            </a:r>
            <a:endParaRPr lang="en-US" sz="2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lang="en-US" sz="2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lang="en-US" sz="2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2 - You can also  </a:t>
            </a:r>
            <a:r>
              <a:rPr lang="en-US" sz="2000" b="1" dirty="0">
                <a:solidFill>
                  <a:srgbClr val="1BAA6F"/>
                </a:solidFill>
                <a:latin typeface="Calibri"/>
                <a:ea typeface="Calibri"/>
                <a:cs typeface="Calibri"/>
                <a:sym typeface="Calibri"/>
              </a:rPr>
              <a:t>watch the following videos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https://www.youtube.com/watch?v=NO5kUNxGIu0</a:t>
            </a:r>
            <a:endParaRPr lang="en-US" sz="2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https://www.youtube.com/watch?v=FQtjI1PC5Z0</a:t>
            </a:r>
            <a:endParaRPr lang="en-US" sz="2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https://www.youtube.com/watch?v=RKXIMnSwUcg</a:t>
            </a:r>
            <a:endParaRPr lang="en-US" sz="2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https://www.youtube.com/watch?v=WCRi7y6aNrQ</a:t>
            </a:r>
            <a:endParaRPr lang="en-US" sz="2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20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https://www.youtube.com/watch?v=g_vXSKbfUiQ</a:t>
            </a:r>
            <a:endParaRPr lang="en-US" sz="2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lang="en-US" sz="2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lang="en-US" sz="20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2794000" y="407449"/>
            <a:ext cx="6604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4000" b="1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THIS SESSION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BB0D95-9A5E-4863-8EC1-66B0659042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054680">
            <a:off x="9806865" y="2565141"/>
            <a:ext cx="1520053" cy="28159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46E696DF-7B54-4132-B3F2-579E0B68748F}"/>
              </a:ext>
            </a:extLst>
          </p:cNvPr>
          <p:cNvSpPr/>
          <p:nvPr/>
        </p:nvSpPr>
        <p:spPr>
          <a:xfrm rot="21081067">
            <a:off x="11300355" y="2546311"/>
            <a:ext cx="361213" cy="2423919"/>
          </a:xfrm>
          <a:prstGeom prst="rightBrace">
            <a:avLst/>
          </a:prstGeom>
          <a:ln w="28575">
            <a:solidFill>
              <a:srgbClr val="1BAA6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8D026-A7F2-4D81-9D9D-C1F461A4A5C4}"/>
              </a:ext>
            </a:extLst>
          </p:cNvPr>
          <p:cNvSpPr txBox="1"/>
          <p:nvPr/>
        </p:nvSpPr>
        <p:spPr>
          <a:xfrm>
            <a:off x="11379200" y="2987622"/>
            <a:ext cx="8128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1BAA6F"/>
                </a:solidFill>
                <a:latin typeface="Comic Sans MS" panose="030F0702030302020204" pitchFamily="66" charset="0"/>
              </a:rPr>
              <a:t>What you need to 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2163</Words>
  <Application>Microsoft Office PowerPoint</Application>
  <PresentationFormat>Widescreen</PresentationFormat>
  <Paragraphs>356</Paragraphs>
  <Slides>30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Comic Sans MS</vt:lpstr>
      <vt:lpstr>Consolas</vt:lpstr>
      <vt:lpstr>Open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CLEMENT VINOT</dc:creator>
  <cp:lastModifiedBy>Ronan Ogor</cp:lastModifiedBy>
  <cp:revision>23</cp:revision>
  <dcterms:created xsi:type="dcterms:W3CDTF">2021-02-09T07:01:05Z</dcterms:created>
  <dcterms:modified xsi:type="dcterms:W3CDTF">2025-12-14T15:39:36Z</dcterms:modified>
</cp:coreProperties>
</file>